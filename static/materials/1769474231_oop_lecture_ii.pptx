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18"/>
  </p:notesMasterIdLst>
  <p:sldIdLst>
    <p:sldId id="256" r:id="rId2"/>
    <p:sldId id="257" r:id="rId3"/>
    <p:sldId id="258" r:id="rId4"/>
    <p:sldId id="259" r:id="rId5"/>
    <p:sldId id="260" r:id="rId6"/>
    <p:sldId id="293" r:id="rId7"/>
    <p:sldId id="294" r:id="rId8"/>
    <p:sldId id="271" r:id="rId9"/>
    <p:sldId id="295" r:id="rId10"/>
    <p:sldId id="296" r:id="rId11"/>
    <p:sldId id="297" r:id="rId12"/>
    <p:sldId id="298" r:id="rId13"/>
    <p:sldId id="266" r:id="rId14"/>
    <p:sldId id="284" r:id="rId15"/>
    <p:sldId id="264" r:id="rId16"/>
    <p:sldId id="29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1" Type="http://schemas.openxmlformats.org/officeDocument/2006/relationships/image" Target="../media/image4.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9AB8EC-2217-4CF3-B993-CED3BB7578D5}" type="doc">
      <dgm:prSet loTypeId="urn:microsoft.com/office/officeart/2005/8/layout/radial1" loCatId="relationship" qsTypeId="urn:microsoft.com/office/officeart/2005/8/quickstyle/3d9" qsCatId="3D" csTypeId="urn:microsoft.com/office/officeart/2005/8/colors/colorful1" csCatId="colorful" phldr="1"/>
      <dgm:spPr/>
      <dgm:t>
        <a:bodyPr/>
        <a:lstStyle/>
        <a:p>
          <a:endParaRPr lang="en-US"/>
        </a:p>
      </dgm:t>
    </dgm:pt>
    <dgm:pt modelId="{83F8433E-ECDC-4DAE-B3DC-B9ECDE91E628}">
      <dgm:prSet phldrT="[Text]"/>
      <dgm:spPr>
        <a:blipFill rotWithShape="0">
          <a:blip xmlns:r="http://schemas.openxmlformats.org/officeDocument/2006/relationships" r:embed="rId1"/>
          <a:srcRect/>
          <a:stretch>
            <a:fillRect l="-25000" r="-25000"/>
          </a:stretch>
        </a:blipFill>
      </dgm:spPr>
      <dgm:t>
        <a:bodyPr/>
        <a:lstStyle/>
        <a:p>
          <a:endParaRPr lang="en-US" b="1" dirty="0">
            <a:effectLst>
              <a:outerShdw blurRad="38100" dist="38100" dir="2700000" algn="tl">
                <a:srgbClr val="000000">
                  <a:alpha val="43137"/>
                </a:srgbClr>
              </a:outerShdw>
            </a:effectLst>
          </a:endParaRPr>
        </a:p>
      </dgm:t>
    </dgm:pt>
    <dgm:pt modelId="{79F99BE0-874C-49A9-ADDC-7F0D6E35FC09}" type="parTrans" cxnId="{DCBF50CF-372E-42B1-B894-B53144594039}">
      <dgm:prSet/>
      <dgm:spPr/>
      <dgm:t>
        <a:bodyPr/>
        <a:lstStyle/>
        <a:p>
          <a:endParaRPr lang="en-US"/>
        </a:p>
      </dgm:t>
    </dgm:pt>
    <dgm:pt modelId="{49099926-4FA1-42CA-ADB6-8EEF8D8F0BA8}" type="sibTrans" cxnId="{DCBF50CF-372E-42B1-B894-B53144594039}">
      <dgm:prSet/>
      <dgm:spPr/>
      <dgm:t>
        <a:bodyPr/>
        <a:lstStyle/>
        <a:p>
          <a:endParaRPr lang="en-US"/>
        </a:p>
      </dgm:t>
    </dgm:pt>
    <dgm:pt modelId="{3A5052DD-66CC-402E-8592-AA6BB3D0D61B}">
      <dgm:prSet phldrT="[Text]" custT="1"/>
      <dgm:spPr/>
      <dgm:t>
        <a:bodyPr/>
        <a:lstStyle/>
        <a:p>
          <a:r>
            <a:rPr lang="en-GB" sz="1200" b="1" dirty="0">
              <a:effectLst>
                <a:outerShdw blurRad="38100" dist="38100" dir="2700000" algn="tl">
                  <a:srgbClr val="000000">
                    <a:alpha val="43137"/>
                  </a:srgbClr>
                </a:outerShdw>
              </a:effectLst>
            </a:rPr>
            <a:t>Simple </a:t>
          </a:r>
          <a:endParaRPr lang="en-US" sz="1200" b="1" dirty="0">
            <a:effectLst>
              <a:outerShdw blurRad="38100" dist="38100" dir="2700000" algn="tl">
                <a:srgbClr val="000000">
                  <a:alpha val="43137"/>
                </a:srgbClr>
              </a:outerShdw>
            </a:effectLst>
          </a:endParaRPr>
        </a:p>
      </dgm:t>
    </dgm:pt>
    <dgm:pt modelId="{7A29CD02-3D8A-471F-B538-4FCA1E51B7A5}" type="parTrans" cxnId="{3E3A3075-8A21-4B4A-A4C7-A452D8567E26}">
      <dgm:prSet/>
      <dgm:spPr/>
      <dgm:t>
        <a:bodyPr/>
        <a:lstStyle/>
        <a:p>
          <a:endParaRPr lang="en-US"/>
        </a:p>
      </dgm:t>
    </dgm:pt>
    <dgm:pt modelId="{9D512B21-EE16-4D96-81CD-A3977746C605}" type="sibTrans" cxnId="{3E3A3075-8A21-4B4A-A4C7-A452D8567E26}">
      <dgm:prSet/>
      <dgm:spPr/>
      <dgm:t>
        <a:bodyPr/>
        <a:lstStyle/>
        <a:p>
          <a:endParaRPr lang="en-US"/>
        </a:p>
      </dgm:t>
    </dgm:pt>
    <dgm:pt modelId="{9E82B257-A918-46B8-BBDE-C2F2E2B776F2}">
      <dgm:prSet custT="1"/>
      <dgm:spPr/>
      <dgm:t>
        <a:bodyPr/>
        <a:lstStyle/>
        <a:p>
          <a:r>
            <a:rPr lang="en-US" sz="1200" b="1" i="0" dirty="0">
              <a:effectLst>
                <a:outerShdw blurRad="38100" dist="38100" dir="2700000" algn="tl">
                  <a:srgbClr val="000000">
                    <a:alpha val="43137"/>
                  </a:srgbClr>
                </a:outerShdw>
              </a:effectLst>
              <a:latin typeface="Quicksand" panose="00000500000000000000" pitchFamily="2" charset="0"/>
            </a:rPr>
            <a:t>Dynamic </a:t>
          </a:r>
        </a:p>
      </dgm:t>
    </dgm:pt>
    <dgm:pt modelId="{696CA79A-3507-4FCA-82B4-6E94C30474D0}" type="parTrans" cxnId="{76302280-0D80-4ADE-9E85-884604243C93}">
      <dgm:prSet/>
      <dgm:spPr/>
      <dgm:t>
        <a:bodyPr/>
        <a:lstStyle/>
        <a:p>
          <a:endParaRPr lang="en-US"/>
        </a:p>
      </dgm:t>
    </dgm:pt>
    <dgm:pt modelId="{2936E089-4226-41C1-902D-ED34E97496FC}" type="sibTrans" cxnId="{76302280-0D80-4ADE-9E85-884604243C93}">
      <dgm:prSet/>
      <dgm:spPr/>
      <dgm:t>
        <a:bodyPr/>
        <a:lstStyle/>
        <a:p>
          <a:endParaRPr lang="en-US"/>
        </a:p>
      </dgm:t>
    </dgm:pt>
    <dgm:pt modelId="{90331EBD-2A8F-4313-9CB0-4711C85028D6}">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Secured</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A02DBFA9-507E-4499-A5F0-7D9C0435511C}" type="parTrans" cxnId="{B7C40E5D-10D0-4EA1-9B0C-CEBDB59E925C}">
      <dgm:prSet/>
      <dgm:spPr/>
      <dgm:t>
        <a:bodyPr/>
        <a:lstStyle/>
        <a:p>
          <a:endParaRPr lang="en-US"/>
        </a:p>
      </dgm:t>
    </dgm:pt>
    <dgm:pt modelId="{0EE637B7-2F17-4E83-B499-F492AF3FF72C}" type="sibTrans" cxnId="{B7C40E5D-10D0-4EA1-9B0C-CEBDB59E925C}">
      <dgm:prSet/>
      <dgm:spPr/>
      <dgm:t>
        <a:bodyPr/>
        <a:lstStyle/>
        <a:p>
          <a:endParaRPr lang="en-US"/>
        </a:p>
      </dgm:t>
    </dgm:pt>
    <dgm:pt modelId="{FD477E42-1E47-466B-8F18-F394A971446B}">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Robust</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123886A7-5C79-4EE7-94CD-F622AF6CEBB0}" type="parTrans" cxnId="{8C5BBAAD-6404-4CE8-B5CF-490437EB6FCF}">
      <dgm:prSet/>
      <dgm:spPr/>
      <dgm:t>
        <a:bodyPr/>
        <a:lstStyle/>
        <a:p>
          <a:endParaRPr lang="en-US"/>
        </a:p>
      </dgm:t>
    </dgm:pt>
    <dgm:pt modelId="{DCDCD4AB-BE1D-47D5-BACD-13BE6BFCB6ED}" type="sibTrans" cxnId="{8C5BBAAD-6404-4CE8-B5CF-490437EB6FCF}">
      <dgm:prSet/>
      <dgm:spPr/>
      <dgm:t>
        <a:bodyPr/>
        <a:lstStyle/>
        <a:p>
          <a:endParaRPr lang="en-US"/>
        </a:p>
      </dgm:t>
    </dgm:pt>
    <dgm:pt modelId="{3E74082F-802C-4715-A77D-737CC9759F70}">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Object Oriented</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527399AD-676B-48B5-BCBF-E659CDEFC77C}" type="parTrans" cxnId="{99F860E8-8FCC-47F7-A16B-D8CF294A0DC4}">
      <dgm:prSet/>
      <dgm:spPr/>
      <dgm:t>
        <a:bodyPr/>
        <a:lstStyle/>
        <a:p>
          <a:endParaRPr lang="en-US"/>
        </a:p>
      </dgm:t>
    </dgm:pt>
    <dgm:pt modelId="{BD02FC89-E8E4-4A8A-BDC3-854ED8FBB764}" type="sibTrans" cxnId="{99F860E8-8FCC-47F7-A16B-D8CF294A0DC4}">
      <dgm:prSet/>
      <dgm:spPr/>
      <dgm:t>
        <a:bodyPr/>
        <a:lstStyle/>
        <a:p>
          <a:endParaRPr lang="en-US"/>
        </a:p>
      </dgm:t>
    </dgm:pt>
    <dgm:pt modelId="{9BFF809E-E166-4DA2-913A-C562E792BDFC}">
      <dgm:prSet custT="1"/>
      <dgm:spPr/>
      <dgm:t>
        <a:bodyPr/>
        <a:lstStyle/>
        <a:p>
          <a:r>
            <a:rPr lang="en-US" sz="1200" b="1" i="0" dirty="0">
              <a:effectLst>
                <a:outerShdw blurRad="38100" dist="38100" dir="2700000" algn="tl">
                  <a:srgbClr val="000000">
                    <a:alpha val="43137"/>
                  </a:srgbClr>
                </a:outerShdw>
              </a:effectLst>
              <a:latin typeface="Quicksand" panose="00000500000000000000" pitchFamily="2" charset="0"/>
            </a:rPr>
            <a:t>Distributed </a:t>
          </a:r>
        </a:p>
      </dgm:t>
    </dgm:pt>
    <dgm:pt modelId="{169585DA-E367-4BA1-B46B-B4750208748E}" type="parTrans" cxnId="{D13C6654-6DCF-4841-8F3F-EF9F10822BDA}">
      <dgm:prSet/>
      <dgm:spPr/>
      <dgm:t>
        <a:bodyPr/>
        <a:lstStyle/>
        <a:p>
          <a:endParaRPr lang="en-US"/>
        </a:p>
      </dgm:t>
    </dgm:pt>
    <dgm:pt modelId="{E86263E9-6DB1-42C8-8EBF-AA0A5194360E}" type="sibTrans" cxnId="{D13C6654-6DCF-4841-8F3F-EF9F10822BDA}">
      <dgm:prSet/>
      <dgm:spPr/>
      <dgm:t>
        <a:bodyPr/>
        <a:lstStyle/>
        <a:p>
          <a:endParaRPr lang="en-US"/>
        </a:p>
      </dgm:t>
    </dgm:pt>
    <dgm:pt modelId="{BB9AF3C2-3A10-40D8-A663-5ECFF1B0C5C1}">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Architectural Neutral</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3F151C86-F186-4E0A-83AE-9711E616EEFC}" type="parTrans" cxnId="{1AD373DE-F931-445C-8F37-3A6EB20C1A73}">
      <dgm:prSet/>
      <dgm:spPr/>
      <dgm:t>
        <a:bodyPr/>
        <a:lstStyle/>
        <a:p>
          <a:endParaRPr lang="en-US"/>
        </a:p>
      </dgm:t>
    </dgm:pt>
    <dgm:pt modelId="{02B6E999-467D-444D-A799-8764FAC7D9E2}" type="sibTrans" cxnId="{1AD373DE-F931-445C-8F37-3A6EB20C1A73}">
      <dgm:prSet/>
      <dgm:spPr/>
      <dgm:t>
        <a:bodyPr/>
        <a:lstStyle/>
        <a:p>
          <a:endParaRPr lang="en-US"/>
        </a:p>
      </dgm:t>
    </dgm:pt>
    <dgm:pt modelId="{C5A5E043-76A0-480D-81EE-7F0FC02020BF}">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Platform Independent</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001745BC-3621-4564-8B1E-D7B839FF9DF1}" type="parTrans" cxnId="{04352EDD-C8CC-49C3-963D-399A1D33FC8F}">
      <dgm:prSet/>
      <dgm:spPr/>
      <dgm:t>
        <a:bodyPr/>
        <a:lstStyle/>
        <a:p>
          <a:endParaRPr lang="en-US"/>
        </a:p>
      </dgm:t>
    </dgm:pt>
    <dgm:pt modelId="{443E4DBA-ADE9-4268-9F78-4085A0DFC9C3}" type="sibTrans" cxnId="{04352EDD-C8CC-49C3-963D-399A1D33FC8F}">
      <dgm:prSet/>
      <dgm:spPr/>
      <dgm:t>
        <a:bodyPr/>
        <a:lstStyle/>
        <a:p>
          <a:endParaRPr lang="en-US"/>
        </a:p>
      </dgm:t>
    </dgm:pt>
    <dgm:pt modelId="{9162C9BC-0F8B-452F-8E0D-642689603E39}">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Multi-threading</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37915F63-2F3F-4440-8ED0-39F73E31BD50}" type="parTrans" cxnId="{75A37B26-2999-4DB5-A8E7-DFF4AB220AAA}">
      <dgm:prSet/>
      <dgm:spPr/>
      <dgm:t>
        <a:bodyPr/>
        <a:lstStyle/>
        <a:p>
          <a:endParaRPr lang="en-US"/>
        </a:p>
      </dgm:t>
    </dgm:pt>
    <dgm:pt modelId="{536D1C2E-DAC5-47F8-9E72-0A1EC5215A2E}" type="sibTrans" cxnId="{75A37B26-2999-4DB5-A8E7-DFF4AB220AAA}">
      <dgm:prSet/>
      <dgm:spPr/>
      <dgm:t>
        <a:bodyPr/>
        <a:lstStyle/>
        <a:p>
          <a:endParaRPr lang="en-US"/>
        </a:p>
      </dgm:t>
    </dgm:pt>
    <dgm:pt modelId="{8E7966B1-C5EF-44CE-A605-967612FD8D5D}">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High performance</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A791FC88-BE3B-44B9-8254-6561AB184F3A}" type="parTrans" cxnId="{8C8E7150-CDB3-4BE3-B9D4-071255F121EB}">
      <dgm:prSet/>
      <dgm:spPr/>
      <dgm:t>
        <a:bodyPr/>
        <a:lstStyle/>
        <a:p>
          <a:endParaRPr lang="en-US"/>
        </a:p>
      </dgm:t>
    </dgm:pt>
    <dgm:pt modelId="{CE600DF8-DF56-4452-BE62-77BF4FE8869F}" type="sibTrans" cxnId="{8C8E7150-CDB3-4BE3-B9D4-071255F121EB}">
      <dgm:prSet/>
      <dgm:spPr/>
      <dgm:t>
        <a:bodyPr/>
        <a:lstStyle/>
        <a:p>
          <a:endParaRPr lang="en-US"/>
        </a:p>
      </dgm:t>
    </dgm:pt>
    <dgm:pt modelId="{03486BD0-EC22-448A-A304-2892FCDBB94B}">
      <dgm:prSet custT="1"/>
      <dgm:spPr/>
      <dgm:t>
        <a:bodyPr/>
        <a:lstStyle/>
        <a:p>
          <a:r>
            <a:rPr lang="en-GB" sz="1200" b="1" i="0" dirty="0">
              <a:effectLst>
                <a:outerShdw blurRad="38100" dist="38100" dir="2700000" algn="tl">
                  <a:srgbClr val="000000">
                    <a:alpha val="43137"/>
                  </a:srgbClr>
                </a:outerShdw>
              </a:effectLst>
              <a:latin typeface="Quicksand" panose="00000500000000000000" pitchFamily="2" charset="0"/>
            </a:rPr>
            <a:t>Interpreted</a:t>
          </a:r>
          <a:endParaRPr lang="en-US" sz="1200" b="1" i="0" dirty="0">
            <a:effectLst>
              <a:outerShdw blurRad="38100" dist="38100" dir="2700000" algn="tl">
                <a:srgbClr val="000000">
                  <a:alpha val="43137"/>
                </a:srgbClr>
              </a:outerShdw>
            </a:effectLst>
            <a:latin typeface="Quicksand" panose="00000500000000000000" pitchFamily="2" charset="0"/>
          </a:endParaRPr>
        </a:p>
      </dgm:t>
    </dgm:pt>
    <dgm:pt modelId="{B09FFAF8-C85D-47E8-9923-16D870464B98}" type="parTrans" cxnId="{AED47331-DCA5-424D-AC71-B0C674F2506E}">
      <dgm:prSet/>
      <dgm:spPr/>
      <dgm:t>
        <a:bodyPr/>
        <a:lstStyle/>
        <a:p>
          <a:endParaRPr lang="en-US"/>
        </a:p>
      </dgm:t>
    </dgm:pt>
    <dgm:pt modelId="{C9DAB7A6-2713-41D8-957D-E4FF962DD732}" type="sibTrans" cxnId="{AED47331-DCA5-424D-AC71-B0C674F2506E}">
      <dgm:prSet/>
      <dgm:spPr/>
      <dgm:t>
        <a:bodyPr/>
        <a:lstStyle/>
        <a:p>
          <a:endParaRPr lang="en-US"/>
        </a:p>
      </dgm:t>
    </dgm:pt>
    <dgm:pt modelId="{F72CD5BA-6CF6-439A-A87A-AE98422047E1}" type="pres">
      <dgm:prSet presAssocID="{AE9AB8EC-2217-4CF3-B993-CED3BB7578D5}" presName="cycle" presStyleCnt="0">
        <dgm:presLayoutVars>
          <dgm:chMax val="1"/>
          <dgm:dir/>
          <dgm:animLvl val="ctr"/>
          <dgm:resizeHandles val="exact"/>
        </dgm:presLayoutVars>
      </dgm:prSet>
      <dgm:spPr/>
    </dgm:pt>
    <dgm:pt modelId="{56F233C4-39B4-4136-8586-F1F2940BA762}" type="pres">
      <dgm:prSet presAssocID="{83F8433E-ECDC-4DAE-B3DC-B9ECDE91E628}" presName="centerShape" presStyleLbl="node0" presStyleIdx="0" presStyleCnt="1"/>
      <dgm:spPr/>
    </dgm:pt>
    <dgm:pt modelId="{329CCA72-C3C8-4321-A6A2-B788AC55FA1F}" type="pres">
      <dgm:prSet presAssocID="{7A29CD02-3D8A-471F-B538-4FCA1E51B7A5}" presName="Name9" presStyleLbl="parChTrans1D2" presStyleIdx="0" presStyleCnt="11"/>
      <dgm:spPr/>
    </dgm:pt>
    <dgm:pt modelId="{9F3354F0-5707-4CA9-A2F3-40321CDEEEB7}" type="pres">
      <dgm:prSet presAssocID="{7A29CD02-3D8A-471F-B538-4FCA1E51B7A5}" presName="connTx" presStyleLbl="parChTrans1D2" presStyleIdx="0" presStyleCnt="11"/>
      <dgm:spPr/>
    </dgm:pt>
    <dgm:pt modelId="{23433932-2483-4D3E-AF2A-D6872BA2A8A8}" type="pres">
      <dgm:prSet presAssocID="{3A5052DD-66CC-402E-8592-AA6BB3D0D61B}" presName="node" presStyleLbl="node1" presStyleIdx="0" presStyleCnt="11" custScaleX="164393" custScaleY="77916" custRadScaleRad="82167" custRadScaleInc="-69949">
        <dgm:presLayoutVars>
          <dgm:bulletEnabled val="1"/>
        </dgm:presLayoutVars>
      </dgm:prSet>
      <dgm:spPr/>
    </dgm:pt>
    <dgm:pt modelId="{0A2C337B-4D96-4DFC-AD48-E03976C7218E}" type="pres">
      <dgm:prSet presAssocID="{696CA79A-3507-4FCA-82B4-6E94C30474D0}" presName="Name9" presStyleLbl="parChTrans1D2" presStyleIdx="1" presStyleCnt="11"/>
      <dgm:spPr/>
    </dgm:pt>
    <dgm:pt modelId="{A6086FC1-7690-4534-9842-2DFDBA2769A7}" type="pres">
      <dgm:prSet presAssocID="{696CA79A-3507-4FCA-82B4-6E94C30474D0}" presName="connTx" presStyleLbl="parChTrans1D2" presStyleIdx="1" presStyleCnt="11"/>
      <dgm:spPr/>
    </dgm:pt>
    <dgm:pt modelId="{6191884E-9DB6-4AAC-B865-394DE6C572F9}" type="pres">
      <dgm:prSet presAssocID="{9E82B257-A918-46B8-BBDE-C2F2E2B776F2}" presName="node" presStyleLbl="node1" presStyleIdx="1" presStyleCnt="11" custScaleX="185083" custRadScaleRad="98338" custRadScaleInc="94533">
        <dgm:presLayoutVars>
          <dgm:bulletEnabled val="1"/>
        </dgm:presLayoutVars>
      </dgm:prSet>
      <dgm:spPr/>
    </dgm:pt>
    <dgm:pt modelId="{DAB81654-3FC1-44C3-A8BD-33E779749E56}" type="pres">
      <dgm:prSet presAssocID="{A02DBFA9-507E-4499-A5F0-7D9C0435511C}" presName="Name9" presStyleLbl="parChTrans1D2" presStyleIdx="2" presStyleCnt="11"/>
      <dgm:spPr/>
    </dgm:pt>
    <dgm:pt modelId="{B9B49F98-D308-4F49-AEBA-C421D786F5C7}" type="pres">
      <dgm:prSet presAssocID="{A02DBFA9-507E-4499-A5F0-7D9C0435511C}" presName="connTx" presStyleLbl="parChTrans1D2" presStyleIdx="2" presStyleCnt="11"/>
      <dgm:spPr/>
    </dgm:pt>
    <dgm:pt modelId="{48A0B11E-B97E-447C-AF0C-32416B6B6340}" type="pres">
      <dgm:prSet presAssocID="{90331EBD-2A8F-4313-9CB0-4711C85028D6}" presName="node" presStyleLbl="node1" presStyleIdx="2" presStyleCnt="11" custScaleX="185966" custScaleY="117038" custRadScaleRad="180001" custRadScaleInc="19084">
        <dgm:presLayoutVars>
          <dgm:bulletEnabled val="1"/>
        </dgm:presLayoutVars>
      </dgm:prSet>
      <dgm:spPr/>
    </dgm:pt>
    <dgm:pt modelId="{F82DE69F-16ED-46B3-A498-C9850A0CC9D5}" type="pres">
      <dgm:prSet presAssocID="{123886A7-5C79-4EE7-94CD-F622AF6CEBB0}" presName="Name9" presStyleLbl="parChTrans1D2" presStyleIdx="3" presStyleCnt="11"/>
      <dgm:spPr/>
    </dgm:pt>
    <dgm:pt modelId="{6ACBC081-B191-48F1-A05F-096D02A3029A}" type="pres">
      <dgm:prSet presAssocID="{123886A7-5C79-4EE7-94CD-F622AF6CEBB0}" presName="connTx" presStyleLbl="parChTrans1D2" presStyleIdx="3" presStyleCnt="11"/>
      <dgm:spPr/>
    </dgm:pt>
    <dgm:pt modelId="{C6CC04EA-CB4A-4709-8A02-BC15D14EA1AF}" type="pres">
      <dgm:prSet presAssocID="{FD477E42-1E47-466B-8F18-F394A971446B}" presName="node" presStyleLbl="node1" presStyleIdx="3" presStyleCnt="11" custScaleX="165416" custRadScaleRad="157047" custRadScaleInc="-65277">
        <dgm:presLayoutVars>
          <dgm:bulletEnabled val="1"/>
        </dgm:presLayoutVars>
      </dgm:prSet>
      <dgm:spPr/>
    </dgm:pt>
    <dgm:pt modelId="{DB3602D2-CCA7-426E-AF3C-313A055DBDE1}" type="pres">
      <dgm:prSet presAssocID="{527399AD-676B-48B5-BCBF-E659CDEFC77C}" presName="Name9" presStyleLbl="parChTrans1D2" presStyleIdx="4" presStyleCnt="11"/>
      <dgm:spPr/>
    </dgm:pt>
    <dgm:pt modelId="{24E384D2-7713-4BD3-995A-A014BADF041D}" type="pres">
      <dgm:prSet presAssocID="{527399AD-676B-48B5-BCBF-E659CDEFC77C}" presName="connTx" presStyleLbl="parChTrans1D2" presStyleIdx="4" presStyleCnt="11"/>
      <dgm:spPr/>
    </dgm:pt>
    <dgm:pt modelId="{C48FC8B5-C375-40BA-B0F0-C989A5F96AE4}" type="pres">
      <dgm:prSet presAssocID="{3E74082F-802C-4715-A77D-737CC9759F70}" presName="node" presStyleLbl="node1" presStyleIdx="4" presStyleCnt="11" custScaleX="316794" custScaleY="92014" custRadScaleRad="148610" custRadScaleInc="-94178">
        <dgm:presLayoutVars>
          <dgm:bulletEnabled val="1"/>
        </dgm:presLayoutVars>
      </dgm:prSet>
      <dgm:spPr/>
    </dgm:pt>
    <dgm:pt modelId="{DF04E588-9FA7-4694-B54B-58FE2CC013B1}" type="pres">
      <dgm:prSet presAssocID="{169585DA-E367-4BA1-B46B-B4750208748E}" presName="Name9" presStyleLbl="parChTrans1D2" presStyleIdx="5" presStyleCnt="11"/>
      <dgm:spPr/>
    </dgm:pt>
    <dgm:pt modelId="{19FC0E64-37F9-4677-B0AD-41003FC9090A}" type="pres">
      <dgm:prSet presAssocID="{169585DA-E367-4BA1-B46B-B4750208748E}" presName="connTx" presStyleLbl="parChTrans1D2" presStyleIdx="5" presStyleCnt="11"/>
      <dgm:spPr/>
    </dgm:pt>
    <dgm:pt modelId="{037BBDB6-F33B-45F5-A0BA-8F9500A9DF82}" type="pres">
      <dgm:prSet presAssocID="{9BFF809E-E166-4DA2-913A-C562E792BDFC}" presName="node" presStyleLbl="node1" presStyleIdx="5" presStyleCnt="11" custScaleX="263577" custScaleY="87546" custRadScaleRad="110541" custRadScaleInc="-54757">
        <dgm:presLayoutVars>
          <dgm:bulletEnabled val="1"/>
        </dgm:presLayoutVars>
      </dgm:prSet>
      <dgm:spPr/>
    </dgm:pt>
    <dgm:pt modelId="{6A0A8F05-4290-4E62-BA95-DCDA1224757E}" type="pres">
      <dgm:prSet presAssocID="{3F151C86-F186-4E0A-83AE-9711E616EEFC}" presName="Name9" presStyleLbl="parChTrans1D2" presStyleIdx="6" presStyleCnt="11"/>
      <dgm:spPr/>
    </dgm:pt>
    <dgm:pt modelId="{273D2741-8A76-419A-989F-5428CFF10776}" type="pres">
      <dgm:prSet presAssocID="{3F151C86-F186-4E0A-83AE-9711E616EEFC}" presName="connTx" presStyleLbl="parChTrans1D2" presStyleIdx="6" presStyleCnt="11"/>
      <dgm:spPr/>
    </dgm:pt>
    <dgm:pt modelId="{6639DE9A-1D26-4AFD-96E8-CA4246779068}" type="pres">
      <dgm:prSet presAssocID="{BB9AF3C2-3A10-40D8-A663-5ECFF1B0C5C1}" presName="node" presStyleLbl="node1" presStyleIdx="6" presStyleCnt="11" custScaleX="240633" custScaleY="106435" custRadScaleRad="76072" custRadScaleInc="95995">
        <dgm:presLayoutVars>
          <dgm:bulletEnabled val="1"/>
        </dgm:presLayoutVars>
      </dgm:prSet>
      <dgm:spPr/>
    </dgm:pt>
    <dgm:pt modelId="{FD11B97F-7944-4016-9271-7D291A425A69}" type="pres">
      <dgm:prSet presAssocID="{001745BC-3621-4564-8B1E-D7B839FF9DF1}" presName="Name9" presStyleLbl="parChTrans1D2" presStyleIdx="7" presStyleCnt="11"/>
      <dgm:spPr/>
    </dgm:pt>
    <dgm:pt modelId="{CB4B1F5A-9A68-44CD-91FE-2ABE801DC39D}" type="pres">
      <dgm:prSet presAssocID="{001745BC-3621-4564-8B1E-D7B839FF9DF1}" presName="connTx" presStyleLbl="parChTrans1D2" presStyleIdx="7" presStyleCnt="11"/>
      <dgm:spPr/>
    </dgm:pt>
    <dgm:pt modelId="{3EDE3005-ACC4-4B88-A6E9-47C28AC292A1}" type="pres">
      <dgm:prSet presAssocID="{C5A5E043-76A0-480D-81EE-7F0FC02020BF}" presName="node" presStyleLbl="node1" presStyleIdx="7" presStyleCnt="11" custScaleX="259901" custRadScaleRad="189123" custRadScaleInc="78857">
        <dgm:presLayoutVars>
          <dgm:bulletEnabled val="1"/>
        </dgm:presLayoutVars>
      </dgm:prSet>
      <dgm:spPr/>
    </dgm:pt>
    <dgm:pt modelId="{B651B140-0023-40E3-960D-15EE7C52699D}" type="pres">
      <dgm:prSet presAssocID="{37915F63-2F3F-4440-8ED0-39F73E31BD50}" presName="Name9" presStyleLbl="parChTrans1D2" presStyleIdx="8" presStyleCnt="11"/>
      <dgm:spPr/>
    </dgm:pt>
    <dgm:pt modelId="{3ABE2104-5863-4097-A8AF-D0FE21278A18}" type="pres">
      <dgm:prSet presAssocID="{37915F63-2F3F-4440-8ED0-39F73E31BD50}" presName="connTx" presStyleLbl="parChTrans1D2" presStyleIdx="8" presStyleCnt="11"/>
      <dgm:spPr/>
    </dgm:pt>
    <dgm:pt modelId="{B03FD5CA-9625-4973-A18B-6DED196EA8C3}" type="pres">
      <dgm:prSet presAssocID="{9162C9BC-0F8B-452F-8E0D-642689603E39}" presName="node" presStyleLbl="node1" presStyleIdx="8" presStyleCnt="11" custScaleX="342635" custRadScaleRad="167723" custRadScaleInc="19028">
        <dgm:presLayoutVars>
          <dgm:bulletEnabled val="1"/>
        </dgm:presLayoutVars>
      </dgm:prSet>
      <dgm:spPr/>
    </dgm:pt>
    <dgm:pt modelId="{6AC6294B-97A6-4A85-AAEC-9C58B063B83F}" type="pres">
      <dgm:prSet presAssocID="{A791FC88-BE3B-44B9-8254-6561AB184F3A}" presName="Name9" presStyleLbl="parChTrans1D2" presStyleIdx="9" presStyleCnt="11"/>
      <dgm:spPr/>
    </dgm:pt>
    <dgm:pt modelId="{DB9BC38A-0779-4708-B9A9-EF6BE42CB8DB}" type="pres">
      <dgm:prSet presAssocID="{A791FC88-BE3B-44B9-8254-6561AB184F3A}" presName="connTx" presStyleLbl="parChTrans1D2" presStyleIdx="9" presStyleCnt="11"/>
      <dgm:spPr/>
    </dgm:pt>
    <dgm:pt modelId="{C1AC0B75-86E2-4F41-8983-8451762AF59D}" type="pres">
      <dgm:prSet presAssocID="{8E7966B1-C5EF-44CE-A605-967612FD8D5D}" presName="node" presStyleLbl="node1" presStyleIdx="9" presStyleCnt="11" custScaleX="279517" custRadScaleRad="186342" custRadScaleInc="-55298">
        <dgm:presLayoutVars>
          <dgm:bulletEnabled val="1"/>
        </dgm:presLayoutVars>
      </dgm:prSet>
      <dgm:spPr/>
    </dgm:pt>
    <dgm:pt modelId="{9144387C-44DB-40E6-9A46-E398B9DD48C9}" type="pres">
      <dgm:prSet presAssocID="{B09FFAF8-C85D-47E8-9923-16D870464B98}" presName="Name9" presStyleLbl="parChTrans1D2" presStyleIdx="10" presStyleCnt="11"/>
      <dgm:spPr/>
    </dgm:pt>
    <dgm:pt modelId="{FD330E6C-9987-41E9-AC00-7BC4DBB9FA47}" type="pres">
      <dgm:prSet presAssocID="{B09FFAF8-C85D-47E8-9923-16D870464B98}" presName="connTx" presStyleLbl="parChTrans1D2" presStyleIdx="10" presStyleCnt="11"/>
      <dgm:spPr/>
    </dgm:pt>
    <dgm:pt modelId="{9BF9FC26-11AA-4792-AB86-DA4C3C6BB310}" type="pres">
      <dgm:prSet presAssocID="{03486BD0-EC22-448A-A304-2892FCDBB94B}" presName="node" presStyleLbl="node1" presStyleIdx="10" presStyleCnt="11" custScaleX="183430" custRadScaleRad="136579" custRadScaleInc="-99046">
        <dgm:presLayoutVars>
          <dgm:bulletEnabled val="1"/>
        </dgm:presLayoutVars>
      </dgm:prSet>
      <dgm:spPr/>
    </dgm:pt>
  </dgm:ptLst>
  <dgm:cxnLst>
    <dgm:cxn modelId="{D35A3101-B6AD-4355-9F53-312F777AC59C}" type="presOf" srcId="{A02DBFA9-507E-4499-A5F0-7D9C0435511C}" destId="{DAB81654-3FC1-44C3-A8BD-33E779749E56}" srcOrd="0" destOrd="0" presId="urn:microsoft.com/office/officeart/2005/8/layout/radial1"/>
    <dgm:cxn modelId="{ED90C501-1C6B-4DAE-B88D-3663CCC3D4B0}" type="presOf" srcId="{BB9AF3C2-3A10-40D8-A663-5ECFF1B0C5C1}" destId="{6639DE9A-1D26-4AFD-96E8-CA4246779068}" srcOrd="0" destOrd="0" presId="urn:microsoft.com/office/officeart/2005/8/layout/radial1"/>
    <dgm:cxn modelId="{77004103-7D6E-4E33-A371-732CC56B829B}" type="presOf" srcId="{7A29CD02-3D8A-471F-B538-4FCA1E51B7A5}" destId="{329CCA72-C3C8-4321-A6A2-B788AC55FA1F}" srcOrd="0" destOrd="0" presId="urn:microsoft.com/office/officeart/2005/8/layout/radial1"/>
    <dgm:cxn modelId="{18EA0B08-915B-4801-B8E0-D632B1B2D39E}" type="presOf" srcId="{696CA79A-3507-4FCA-82B4-6E94C30474D0}" destId="{A6086FC1-7690-4534-9842-2DFDBA2769A7}" srcOrd="1" destOrd="0" presId="urn:microsoft.com/office/officeart/2005/8/layout/radial1"/>
    <dgm:cxn modelId="{8EDF7C0D-1B0F-4556-905C-F4636BED8CF2}" type="presOf" srcId="{83F8433E-ECDC-4DAE-B3DC-B9ECDE91E628}" destId="{56F233C4-39B4-4136-8586-F1F2940BA762}" srcOrd="0" destOrd="0" presId="urn:microsoft.com/office/officeart/2005/8/layout/radial1"/>
    <dgm:cxn modelId="{F09C511E-0CCF-437F-88AB-793ADE99EB73}" type="presOf" srcId="{696CA79A-3507-4FCA-82B4-6E94C30474D0}" destId="{0A2C337B-4D96-4DFC-AD48-E03976C7218E}" srcOrd="0" destOrd="0" presId="urn:microsoft.com/office/officeart/2005/8/layout/radial1"/>
    <dgm:cxn modelId="{905BB222-0FFF-4193-A47B-06CE60BBC039}" type="presOf" srcId="{A791FC88-BE3B-44B9-8254-6561AB184F3A}" destId="{6AC6294B-97A6-4A85-AAEC-9C58B063B83F}" srcOrd="0" destOrd="0" presId="urn:microsoft.com/office/officeart/2005/8/layout/radial1"/>
    <dgm:cxn modelId="{91965326-7EF4-4301-8B1A-0448A7D8DA9B}" type="presOf" srcId="{169585DA-E367-4BA1-B46B-B4750208748E}" destId="{DF04E588-9FA7-4694-B54B-58FE2CC013B1}" srcOrd="0" destOrd="0" presId="urn:microsoft.com/office/officeart/2005/8/layout/radial1"/>
    <dgm:cxn modelId="{75A37B26-2999-4DB5-A8E7-DFF4AB220AAA}" srcId="{83F8433E-ECDC-4DAE-B3DC-B9ECDE91E628}" destId="{9162C9BC-0F8B-452F-8E0D-642689603E39}" srcOrd="8" destOrd="0" parTransId="{37915F63-2F3F-4440-8ED0-39F73E31BD50}" sibTransId="{536D1C2E-DAC5-47F8-9E72-0A1EC5215A2E}"/>
    <dgm:cxn modelId="{ADA6CC26-B062-4499-B4FE-CAB574BCB535}" type="presOf" srcId="{3E74082F-802C-4715-A77D-737CC9759F70}" destId="{C48FC8B5-C375-40BA-B0F0-C989A5F96AE4}" srcOrd="0" destOrd="0" presId="urn:microsoft.com/office/officeart/2005/8/layout/radial1"/>
    <dgm:cxn modelId="{4F6A0E2D-0021-4A2E-835C-47A6A2A1E052}" type="presOf" srcId="{169585DA-E367-4BA1-B46B-B4750208748E}" destId="{19FC0E64-37F9-4677-B0AD-41003FC9090A}" srcOrd="1" destOrd="0" presId="urn:microsoft.com/office/officeart/2005/8/layout/radial1"/>
    <dgm:cxn modelId="{AED47331-DCA5-424D-AC71-B0C674F2506E}" srcId="{83F8433E-ECDC-4DAE-B3DC-B9ECDE91E628}" destId="{03486BD0-EC22-448A-A304-2892FCDBB94B}" srcOrd="10" destOrd="0" parTransId="{B09FFAF8-C85D-47E8-9923-16D870464B98}" sibTransId="{C9DAB7A6-2713-41D8-957D-E4FF962DD732}"/>
    <dgm:cxn modelId="{43751B3E-88D6-418B-B3AB-49C5D8AFD78B}" type="presOf" srcId="{90331EBD-2A8F-4313-9CB0-4711C85028D6}" destId="{48A0B11E-B97E-447C-AF0C-32416B6B6340}" srcOrd="0" destOrd="0" presId="urn:microsoft.com/office/officeart/2005/8/layout/radial1"/>
    <dgm:cxn modelId="{B7C40E5D-10D0-4EA1-9B0C-CEBDB59E925C}" srcId="{83F8433E-ECDC-4DAE-B3DC-B9ECDE91E628}" destId="{90331EBD-2A8F-4313-9CB0-4711C85028D6}" srcOrd="2" destOrd="0" parTransId="{A02DBFA9-507E-4499-A5F0-7D9C0435511C}" sibTransId="{0EE637B7-2F17-4E83-B499-F492AF3FF72C}"/>
    <dgm:cxn modelId="{23F3A963-9574-40D4-828C-CB622EB8EE22}" type="presOf" srcId="{7A29CD02-3D8A-471F-B538-4FCA1E51B7A5}" destId="{9F3354F0-5707-4CA9-A2F3-40321CDEEEB7}" srcOrd="1" destOrd="0" presId="urn:microsoft.com/office/officeart/2005/8/layout/radial1"/>
    <dgm:cxn modelId="{58058C69-6FD6-4FE8-A9A8-DFD6CB051561}" type="presOf" srcId="{123886A7-5C79-4EE7-94CD-F622AF6CEBB0}" destId="{6ACBC081-B191-48F1-A05F-096D02A3029A}" srcOrd="1" destOrd="0" presId="urn:microsoft.com/office/officeart/2005/8/layout/radial1"/>
    <dgm:cxn modelId="{7FC8DE6E-42ED-4109-BFB1-0EAC867337AE}" type="presOf" srcId="{AE9AB8EC-2217-4CF3-B993-CED3BB7578D5}" destId="{F72CD5BA-6CF6-439A-A87A-AE98422047E1}" srcOrd="0" destOrd="0" presId="urn:microsoft.com/office/officeart/2005/8/layout/radial1"/>
    <dgm:cxn modelId="{76E6F04E-DB09-4FAD-A9B6-D1EE692BBE55}" type="presOf" srcId="{3F151C86-F186-4E0A-83AE-9711E616EEFC}" destId="{273D2741-8A76-419A-989F-5428CFF10776}" srcOrd="1" destOrd="0" presId="urn:microsoft.com/office/officeart/2005/8/layout/radial1"/>
    <dgm:cxn modelId="{8C8E7150-CDB3-4BE3-B9D4-071255F121EB}" srcId="{83F8433E-ECDC-4DAE-B3DC-B9ECDE91E628}" destId="{8E7966B1-C5EF-44CE-A605-967612FD8D5D}" srcOrd="9" destOrd="0" parTransId="{A791FC88-BE3B-44B9-8254-6561AB184F3A}" sibTransId="{CE600DF8-DF56-4452-BE62-77BF4FE8869F}"/>
    <dgm:cxn modelId="{57F5F153-B93F-4FCD-B5D7-902DBAAABEFC}" type="presOf" srcId="{B09FFAF8-C85D-47E8-9923-16D870464B98}" destId="{FD330E6C-9987-41E9-AC00-7BC4DBB9FA47}" srcOrd="1" destOrd="0" presId="urn:microsoft.com/office/officeart/2005/8/layout/radial1"/>
    <dgm:cxn modelId="{152A6154-B8BE-4688-B06A-5CCE888CB153}" type="presOf" srcId="{A791FC88-BE3B-44B9-8254-6561AB184F3A}" destId="{DB9BC38A-0779-4708-B9A9-EF6BE42CB8DB}" srcOrd="1" destOrd="0" presId="urn:microsoft.com/office/officeart/2005/8/layout/radial1"/>
    <dgm:cxn modelId="{D13C6654-6DCF-4841-8F3F-EF9F10822BDA}" srcId="{83F8433E-ECDC-4DAE-B3DC-B9ECDE91E628}" destId="{9BFF809E-E166-4DA2-913A-C562E792BDFC}" srcOrd="5" destOrd="0" parTransId="{169585DA-E367-4BA1-B46B-B4750208748E}" sibTransId="{E86263E9-6DB1-42C8-8EBF-AA0A5194360E}"/>
    <dgm:cxn modelId="{3E3A3075-8A21-4B4A-A4C7-A452D8567E26}" srcId="{83F8433E-ECDC-4DAE-B3DC-B9ECDE91E628}" destId="{3A5052DD-66CC-402E-8592-AA6BB3D0D61B}" srcOrd="0" destOrd="0" parTransId="{7A29CD02-3D8A-471F-B538-4FCA1E51B7A5}" sibTransId="{9D512B21-EE16-4D96-81CD-A3977746C605}"/>
    <dgm:cxn modelId="{32579857-70BC-4A67-A816-A591FEC76953}" type="presOf" srcId="{001745BC-3621-4564-8B1E-D7B839FF9DF1}" destId="{CB4B1F5A-9A68-44CD-91FE-2ABE801DC39D}" srcOrd="1" destOrd="0" presId="urn:microsoft.com/office/officeart/2005/8/layout/radial1"/>
    <dgm:cxn modelId="{C8E73F58-6DCB-4B6B-8D88-C4CE95B906DD}" type="presOf" srcId="{527399AD-676B-48B5-BCBF-E659CDEFC77C}" destId="{24E384D2-7713-4BD3-995A-A014BADF041D}" srcOrd="1" destOrd="0" presId="urn:microsoft.com/office/officeart/2005/8/layout/radial1"/>
    <dgm:cxn modelId="{76302280-0D80-4ADE-9E85-884604243C93}" srcId="{83F8433E-ECDC-4DAE-B3DC-B9ECDE91E628}" destId="{9E82B257-A918-46B8-BBDE-C2F2E2B776F2}" srcOrd="1" destOrd="0" parTransId="{696CA79A-3507-4FCA-82B4-6E94C30474D0}" sibTransId="{2936E089-4226-41C1-902D-ED34E97496FC}"/>
    <dgm:cxn modelId="{21738B83-6FF1-434C-87FA-0DDD1FA83486}" type="presOf" srcId="{3A5052DD-66CC-402E-8592-AA6BB3D0D61B}" destId="{23433932-2483-4D3E-AF2A-D6872BA2A8A8}" srcOrd="0" destOrd="0" presId="urn:microsoft.com/office/officeart/2005/8/layout/radial1"/>
    <dgm:cxn modelId="{05722286-E0D9-48EF-9542-68133131A207}" type="presOf" srcId="{03486BD0-EC22-448A-A304-2892FCDBB94B}" destId="{9BF9FC26-11AA-4792-AB86-DA4C3C6BB310}" srcOrd="0" destOrd="0" presId="urn:microsoft.com/office/officeart/2005/8/layout/radial1"/>
    <dgm:cxn modelId="{CD346D89-306D-406A-8D9A-CB26D2B93371}" type="presOf" srcId="{9162C9BC-0F8B-452F-8E0D-642689603E39}" destId="{B03FD5CA-9625-4973-A18B-6DED196EA8C3}" srcOrd="0" destOrd="0" presId="urn:microsoft.com/office/officeart/2005/8/layout/radial1"/>
    <dgm:cxn modelId="{B2FD6B92-A702-47B2-9EE3-3C5E04C2F3D5}" type="presOf" srcId="{37915F63-2F3F-4440-8ED0-39F73E31BD50}" destId="{3ABE2104-5863-4097-A8AF-D0FE21278A18}" srcOrd="1" destOrd="0" presId="urn:microsoft.com/office/officeart/2005/8/layout/radial1"/>
    <dgm:cxn modelId="{9282C393-2169-4CD9-9949-1EA359647A20}" type="presOf" srcId="{123886A7-5C79-4EE7-94CD-F622AF6CEBB0}" destId="{F82DE69F-16ED-46B3-A498-C9850A0CC9D5}" srcOrd="0" destOrd="0" presId="urn:microsoft.com/office/officeart/2005/8/layout/radial1"/>
    <dgm:cxn modelId="{24AAEFA1-B039-443B-8E4F-70A7C8B6D30F}" type="presOf" srcId="{8E7966B1-C5EF-44CE-A605-967612FD8D5D}" destId="{C1AC0B75-86E2-4F41-8983-8451762AF59D}" srcOrd="0" destOrd="0" presId="urn:microsoft.com/office/officeart/2005/8/layout/radial1"/>
    <dgm:cxn modelId="{1C8672AB-AE38-4372-A507-775413A5CEA2}" type="presOf" srcId="{FD477E42-1E47-466B-8F18-F394A971446B}" destId="{C6CC04EA-CB4A-4709-8A02-BC15D14EA1AF}" srcOrd="0" destOrd="0" presId="urn:microsoft.com/office/officeart/2005/8/layout/radial1"/>
    <dgm:cxn modelId="{8C5BBAAD-6404-4CE8-B5CF-490437EB6FCF}" srcId="{83F8433E-ECDC-4DAE-B3DC-B9ECDE91E628}" destId="{FD477E42-1E47-466B-8F18-F394A971446B}" srcOrd="3" destOrd="0" parTransId="{123886A7-5C79-4EE7-94CD-F622AF6CEBB0}" sibTransId="{DCDCD4AB-BE1D-47D5-BACD-13BE6BFCB6ED}"/>
    <dgm:cxn modelId="{73CFC8AF-80B7-4307-BD3A-B9E789FB37D9}" type="presOf" srcId="{B09FFAF8-C85D-47E8-9923-16D870464B98}" destId="{9144387C-44DB-40E6-9A46-E398B9DD48C9}" srcOrd="0" destOrd="0" presId="urn:microsoft.com/office/officeart/2005/8/layout/radial1"/>
    <dgm:cxn modelId="{5F1540B2-6D83-434E-814E-72EC7E924397}" type="presOf" srcId="{A02DBFA9-507E-4499-A5F0-7D9C0435511C}" destId="{B9B49F98-D308-4F49-AEBA-C421D786F5C7}" srcOrd="1" destOrd="0" presId="urn:microsoft.com/office/officeart/2005/8/layout/radial1"/>
    <dgm:cxn modelId="{43A0C7B7-ED91-41BC-A7C9-4DE9D026CD86}" type="presOf" srcId="{001745BC-3621-4564-8B1E-D7B839FF9DF1}" destId="{FD11B97F-7944-4016-9271-7D291A425A69}" srcOrd="0" destOrd="0" presId="urn:microsoft.com/office/officeart/2005/8/layout/radial1"/>
    <dgm:cxn modelId="{1383B7BB-CB19-442C-B2E4-967EAB84BB57}" type="presOf" srcId="{9BFF809E-E166-4DA2-913A-C562E792BDFC}" destId="{037BBDB6-F33B-45F5-A0BA-8F9500A9DF82}" srcOrd="0" destOrd="0" presId="urn:microsoft.com/office/officeart/2005/8/layout/radial1"/>
    <dgm:cxn modelId="{F215CDC1-0DEB-4B2F-91B0-334E7929052C}" type="presOf" srcId="{9E82B257-A918-46B8-BBDE-C2F2E2B776F2}" destId="{6191884E-9DB6-4AAC-B865-394DE6C572F9}" srcOrd="0" destOrd="0" presId="urn:microsoft.com/office/officeart/2005/8/layout/radial1"/>
    <dgm:cxn modelId="{DCBF50CF-372E-42B1-B894-B53144594039}" srcId="{AE9AB8EC-2217-4CF3-B993-CED3BB7578D5}" destId="{83F8433E-ECDC-4DAE-B3DC-B9ECDE91E628}" srcOrd="0" destOrd="0" parTransId="{79F99BE0-874C-49A9-ADDC-7F0D6E35FC09}" sibTransId="{49099926-4FA1-42CA-ADB6-8EEF8D8F0BA8}"/>
    <dgm:cxn modelId="{E04F53D7-09DF-4930-A960-667C4E275E98}" type="presOf" srcId="{C5A5E043-76A0-480D-81EE-7F0FC02020BF}" destId="{3EDE3005-ACC4-4B88-A6E9-47C28AC292A1}" srcOrd="0" destOrd="0" presId="urn:microsoft.com/office/officeart/2005/8/layout/radial1"/>
    <dgm:cxn modelId="{04352EDD-C8CC-49C3-963D-399A1D33FC8F}" srcId="{83F8433E-ECDC-4DAE-B3DC-B9ECDE91E628}" destId="{C5A5E043-76A0-480D-81EE-7F0FC02020BF}" srcOrd="7" destOrd="0" parTransId="{001745BC-3621-4564-8B1E-D7B839FF9DF1}" sibTransId="{443E4DBA-ADE9-4268-9F78-4085A0DFC9C3}"/>
    <dgm:cxn modelId="{1AD373DE-F931-445C-8F37-3A6EB20C1A73}" srcId="{83F8433E-ECDC-4DAE-B3DC-B9ECDE91E628}" destId="{BB9AF3C2-3A10-40D8-A663-5ECFF1B0C5C1}" srcOrd="6" destOrd="0" parTransId="{3F151C86-F186-4E0A-83AE-9711E616EEFC}" sibTransId="{02B6E999-467D-444D-A799-8764FAC7D9E2}"/>
    <dgm:cxn modelId="{5159CCE6-752C-45E0-9708-12326954CCDB}" type="presOf" srcId="{3F151C86-F186-4E0A-83AE-9711E616EEFC}" destId="{6A0A8F05-4290-4E62-BA95-DCDA1224757E}" srcOrd="0" destOrd="0" presId="urn:microsoft.com/office/officeart/2005/8/layout/radial1"/>
    <dgm:cxn modelId="{99F860E8-8FCC-47F7-A16B-D8CF294A0DC4}" srcId="{83F8433E-ECDC-4DAE-B3DC-B9ECDE91E628}" destId="{3E74082F-802C-4715-A77D-737CC9759F70}" srcOrd="4" destOrd="0" parTransId="{527399AD-676B-48B5-BCBF-E659CDEFC77C}" sibTransId="{BD02FC89-E8E4-4A8A-BDC3-854ED8FBB764}"/>
    <dgm:cxn modelId="{1A3FD9EA-B4BE-49AB-82F6-5332A4BDBB35}" type="presOf" srcId="{527399AD-676B-48B5-BCBF-E659CDEFC77C}" destId="{DB3602D2-CCA7-426E-AF3C-313A055DBDE1}" srcOrd="0" destOrd="0" presId="urn:microsoft.com/office/officeart/2005/8/layout/radial1"/>
    <dgm:cxn modelId="{22E941F1-BF8E-44B3-A906-9C711D591767}" type="presOf" srcId="{37915F63-2F3F-4440-8ED0-39F73E31BD50}" destId="{B651B140-0023-40E3-960D-15EE7C52699D}" srcOrd="0" destOrd="0" presId="urn:microsoft.com/office/officeart/2005/8/layout/radial1"/>
    <dgm:cxn modelId="{3636191B-2817-4F7C-88A7-1005A5478550}" type="presParOf" srcId="{F72CD5BA-6CF6-439A-A87A-AE98422047E1}" destId="{56F233C4-39B4-4136-8586-F1F2940BA762}" srcOrd="0" destOrd="0" presId="urn:microsoft.com/office/officeart/2005/8/layout/radial1"/>
    <dgm:cxn modelId="{93804B77-5ECB-492E-B563-013ED15FBD6F}" type="presParOf" srcId="{F72CD5BA-6CF6-439A-A87A-AE98422047E1}" destId="{329CCA72-C3C8-4321-A6A2-B788AC55FA1F}" srcOrd="1" destOrd="0" presId="urn:microsoft.com/office/officeart/2005/8/layout/radial1"/>
    <dgm:cxn modelId="{A1F293BD-0AFF-4ED4-8906-6FCF355CAFFF}" type="presParOf" srcId="{329CCA72-C3C8-4321-A6A2-B788AC55FA1F}" destId="{9F3354F0-5707-4CA9-A2F3-40321CDEEEB7}" srcOrd="0" destOrd="0" presId="urn:microsoft.com/office/officeart/2005/8/layout/radial1"/>
    <dgm:cxn modelId="{1965A44A-CD9D-4D1E-86CA-D8E8A1E31E0A}" type="presParOf" srcId="{F72CD5BA-6CF6-439A-A87A-AE98422047E1}" destId="{23433932-2483-4D3E-AF2A-D6872BA2A8A8}" srcOrd="2" destOrd="0" presId="urn:microsoft.com/office/officeart/2005/8/layout/radial1"/>
    <dgm:cxn modelId="{CA00B629-E1F6-4559-9539-C96D68E022B6}" type="presParOf" srcId="{F72CD5BA-6CF6-439A-A87A-AE98422047E1}" destId="{0A2C337B-4D96-4DFC-AD48-E03976C7218E}" srcOrd="3" destOrd="0" presId="urn:microsoft.com/office/officeart/2005/8/layout/radial1"/>
    <dgm:cxn modelId="{ABD6C3EA-174B-43C1-8A5F-177181B9189D}" type="presParOf" srcId="{0A2C337B-4D96-4DFC-AD48-E03976C7218E}" destId="{A6086FC1-7690-4534-9842-2DFDBA2769A7}" srcOrd="0" destOrd="0" presId="urn:microsoft.com/office/officeart/2005/8/layout/radial1"/>
    <dgm:cxn modelId="{EC65222D-3F4A-4A0C-B5D4-A115BA87F477}" type="presParOf" srcId="{F72CD5BA-6CF6-439A-A87A-AE98422047E1}" destId="{6191884E-9DB6-4AAC-B865-394DE6C572F9}" srcOrd="4" destOrd="0" presId="urn:microsoft.com/office/officeart/2005/8/layout/radial1"/>
    <dgm:cxn modelId="{94F8F511-A6BA-4E06-96F9-C419D2051ADA}" type="presParOf" srcId="{F72CD5BA-6CF6-439A-A87A-AE98422047E1}" destId="{DAB81654-3FC1-44C3-A8BD-33E779749E56}" srcOrd="5" destOrd="0" presId="urn:microsoft.com/office/officeart/2005/8/layout/radial1"/>
    <dgm:cxn modelId="{741DFC89-E90F-47CE-9BE0-BDFCC2D980CC}" type="presParOf" srcId="{DAB81654-3FC1-44C3-A8BD-33E779749E56}" destId="{B9B49F98-D308-4F49-AEBA-C421D786F5C7}" srcOrd="0" destOrd="0" presId="urn:microsoft.com/office/officeart/2005/8/layout/radial1"/>
    <dgm:cxn modelId="{634D7F70-09AE-49B0-A5A2-65D4B532C2B1}" type="presParOf" srcId="{F72CD5BA-6CF6-439A-A87A-AE98422047E1}" destId="{48A0B11E-B97E-447C-AF0C-32416B6B6340}" srcOrd="6" destOrd="0" presId="urn:microsoft.com/office/officeart/2005/8/layout/radial1"/>
    <dgm:cxn modelId="{225EA689-A210-4A4C-A431-A0F08A743056}" type="presParOf" srcId="{F72CD5BA-6CF6-439A-A87A-AE98422047E1}" destId="{F82DE69F-16ED-46B3-A498-C9850A0CC9D5}" srcOrd="7" destOrd="0" presId="urn:microsoft.com/office/officeart/2005/8/layout/radial1"/>
    <dgm:cxn modelId="{64D760B4-511A-40E8-8E34-0251887184A2}" type="presParOf" srcId="{F82DE69F-16ED-46B3-A498-C9850A0CC9D5}" destId="{6ACBC081-B191-48F1-A05F-096D02A3029A}" srcOrd="0" destOrd="0" presId="urn:microsoft.com/office/officeart/2005/8/layout/radial1"/>
    <dgm:cxn modelId="{D5CD1B5A-466E-4BCA-81D7-BC1E1B69181C}" type="presParOf" srcId="{F72CD5BA-6CF6-439A-A87A-AE98422047E1}" destId="{C6CC04EA-CB4A-4709-8A02-BC15D14EA1AF}" srcOrd="8" destOrd="0" presId="urn:microsoft.com/office/officeart/2005/8/layout/radial1"/>
    <dgm:cxn modelId="{C0624F9A-7A29-4AC2-B9AF-E09AB3E38118}" type="presParOf" srcId="{F72CD5BA-6CF6-439A-A87A-AE98422047E1}" destId="{DB3602D2-CCA7-426E-AF3C-313A055DBDE1}" srcOrd="9" destOrd="0" presId="urn:microsoft.com/office/officeart/2005/8/layout/radial1"/>
    <dgm:cxn modelId="{3FA58A1D-2CBB-492B-A977-40FC1FB8F7EC}" type="presParOf" srcId="{DB3602D2-CCA7-426E-AF3C-313A055DBDE1}" destId="{24E384D2-7713-4BD3-995A-A014BADF041D}" srcOrd="0" destOrd="0" presId="urn:microsoft.com/office/officeart/2005/8/layout/radial1"/>
    <dgm:cxn modelId="{9FFA30A8-2B52-4CDF-84FA-4DF5277DD80C}" type="presParOf" srcId="{F72CD5BA-6CF6-439A-A87A-AE98422047E1}" destId="{C48FC8B5-C375-40BA-B0F0-C989A5F96AE4}" srcOrd="10" destOrd="0" presId="urn:microsoft.com/office/officeart/2005/8/layout/radial1"/>
    <dgm:cxn modelId="{37C90EF4-5329-45F0-A093-5487A624587B}" type="presParOf" srcId="{F72CD5BA-6CF6-439A-A87A-AE98422047E1}" destId="{DF04E588-9FA7-4694-B54B-58FE2CC013B1}" srcOrd="11" destOrd="0" presId="urn:microsoft.com/office/officeart/2005/8/layout/radial1"/>
    <dgm:cxn modelId="{B07E1027-462B-4A74-A5F6-92DF128371D1}" type="presParOf" srcId="{DF04E588-9FA7-4694-B54B-58FE2CC013B1}" destId="{19FC0E64-37F9-4677-B0AD-41003FC9090A}" srcOrd="0" destOrd="0" presId="urn:microsoft.com/office/officeart/2005/8/layout/radial1"/>
    <dgm:cxn modelId="{7EE0459A-5667-4DF9-A0A4-C2908C65A0B1}" type="presParOf" srcId="{F72CD5BA-6CF6-439A-A87A-AE98422047E1}" destId="{037BBDB6-F33B-45F5-A0BA-8F9500A9DF82}" srcOrd="12" destOrd="0" presId="urn:microsoft.com/office/officeart/2005/8/layout/radial1"/>
    <dgm:cxn modelId="{1D33019C-46DF-4579-9B90-332AC3F085FB}" type="presParOf" srcId="{F72CD5BA-6CF6-439A-A87A-AE98422047E1}" destId="{6A0A8F05-4290-4E62-BA95-DCDA1224757E}" srcOrd="13" destOrd="0" presId="urn:microsoft.com/office/officeart/2005/8/layout/radial1"/>
    <dgm:cxn modelId="{D1BAEFD0-2FE4-45EE-AF6F-1AEAA6925971}" type="presParOf" srcId="{6A0A8F05-4290-4E62-BA95-DCDA1224757E}" destId="{273D2741-8A76-419A-989F-5428CFF10776}" srcOrd="0" destOrd="0" presId="urn:microsoft.com/office/officeart/2005/8/layout/radial1"/>
    <dgm:cxn modelId="{A6C09744-6ED0-4D22-A720-3F4944D29E8A}" type="presParOf" srcId="{F72CD5BA-6CF6-439A-A87A-AE98422047E1}" destId="{6639DE9A-1D26-4AFD-96E8-CA4246779068}" srcOrd="14" destOrd="0" presId="urn:microsoft.com/office/officeart/2005/8/layout/radial1"/>
    <dgm:cxn modelId="{6ADCAB73-C3A6-4D1D-A25C-A0B5CABD741D}" type="presParOf" srcId="{F72CD5BA-6CF6-439A-A87A-AE98422047E1}" destId="{FD11B97F-7944-4016-9271-7D291A425A69}" srcOrd="15" destOrd="0" presId="urn:microsoft.com/office/officeart/2005/8/layout/radial1"/>
    <dgm:cxn modelId="{26685F3D-5245-4814-B563-EEEC00D5969A}" type="presParOf" srcId="{FD11B97F-7944-4016-9271-7D291A425A69}" destId="{CB4B1F5A-9A68-44CD-91FE-2ABE801DC39D}" srcOrd="0" destOrd="0" presId="urn:microsoft.com/office/officeart/2005/8/layout/radial1"/>
    <dgm:cxn modelId="{C9FE731E-F928-435A-9845-F78295B2DFFE}" type="presParOf" srcId="{F72CD5BA-6CF6-439A-A87A-AE98422047E1}" destId="{3EDE3005-ACC4-4B88-A6E9-47C28AC292A1}" srcOrd="16" destOrd="0" presId="urn:microsoft.com/office/officeart/2005/8/layout/radial1"/>
    <dgm:cxn modelId="{04A55CDC-9835-414C-8D2F-ACBBC0BF08FC}" type="presParOf" srcId="{F72CD5BA-6CF6-439A-A87A-AE98422047E1}" destId="{B651B140-0023-40E3-960D-15EE7C52699D}" srcOrd="17" destOrd="0" presId="urn:microsoft.com/office/officeart/2005/8/layout/radial1"/>
    <dgm:cxn modelId="{4C7B9E3E-6721-4C37-A23B-ACE585B2516B}" type="presParOf" srcId="{B651B140-0023-40E3-960D-15EE7C52699D}" destId="{3ABE2104-5863-4097-A8AF-D0FE21278A18}" srcOrd="0" destOrd="0" presId="urn:microsoft.com/office/officeart/2005/8/layout/radial1"/>
    <dgm:cxn modelId="{B82EF8AB-6435-45B4-98C4-0354E5598555}" type="presParOf" srcId="{F72CD5BA-6CF6-439A-A87A-AE98422047E1}" destId="{B03FD5CA-9625-4973-A18B-6DED196EA8C3}" srcOrd="18" destOrd="0" presId="urn:microsoft.com/office/officeart/2005/8/layout/radial1"/>
    <dgm:cxn modelId="{24B65359-D52D-4765-B030-A871ADD07467}" type="presParOf" srcId="{F72CD5BA-6CF6-439A-A87A-AE98422047E1}" destId="{6AC6294B-97A6-4A85-AAEC-9C58B063B83F}" srcOrd="19" destOrd="0" presId="urn:microsoft.com/office/officeart/2005/8/layout/radial1"/>
    <dgm:cxn modelId="{3A664AE6-ABC1-4123-9BC1-1353D596802A}" type="presParOf" srcId="{6AC6294B-97A6-4A85-AAEC-9C58B063B83F}" destId="{DB9BC38A-0779-4708-B9A9-EF6BE42CB8DB}" srcOrd="0" destOrd="0" presId="urn:microsoft.com/office/officeart/2005/8/layout/radial1"/>
    <dgm:cxn modelId="{3E42F447-C782-4DEB-8AB7-E04A18DC6200}" type="presParOf" srcId="{F72CD5BA-6CF6-439A-A87A-AE98422047E1}" destId="{C1AC0B75-86E2-4F41-8983-8451762AF59D}" srcOrd="20" destOrd="0" presId="urn:microsoft.com/office/officeart/2005/8/layout/radial1"/>
    <dgm:cxn modelId="{5348F1DD-D906-4345-B732-CC3D132F0F52}" type="presParOf" srcId="{F72CD5BA-6CF6-439A-A87A-AE98422047E1}" destId="{9144387C-44DB-40E6-9A46-E398B9DD48C9}" srcOrd="21" destOrd="0" presId="urn:microsoft.com/office/officeart/2005/8/layout/radial1"/>
    <dgm:cxn modelId="{12FDA73A-92A7-4338-AA67-B26E27D2E5EC}" type="presParOf" srcId="{9144387C-44DB-40E6-9A46-E398B9DD48C9}" destId="{FD330E6C-9987-41E9-AC00-7BC4DBB9FA47}" srcOrd="0" destOrd="0" presId="urn:microsoft.com/office/officeart/2005/8/layout/radial1"/>
    <dgm:cxn modelId="{7BFA4FA4-6732-4BFF-B0D9-4715E328097C}" type="presParOf" srcId="{F72CD5BA-6CF6-439A-A87A-AE98422047E1}" destId="{9BF9FC26-11AA-4792-AB86-DA4C3C6BB310}" srcOrd="22"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F233C4-39B4-4136-8586-F1F2940BA762}">
      <dsp:nvSpPr>
        <dsp:cNvPr id="0" name=""/>
        <dsp:cNvSpPr/>
      </dsp:nvSpPr>
      <dsp:spPr>
        <a:xfrm>
          <a:off x="3333056" y="1466076"/>
          <a:ext cx="653609" cy="653609"/>
        </a:xfrm>
        <a:prstGeom prst="ellipse">
          <a:avLst/>
        </a:prstGeom>
        <a:blipFill rotWithShape="0">
          <a:blip xmlns:r="http://schemas.openxmlformats.org/officeDocument/2006/relationships" r:embed="rId1"/>
          <a:srcRect/>
          <a:stretch>
            <a:fillRect l="-25000" r="-25000"/>
          </a:stretch>
        </a:blip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9050" tIns="19050" rIns="19050" bIns="19050" numCol="1" spcCol="1270" anchor="ctr" anchorCtr="0">
          <a:noAutofit/>
          <a:sp3d extrusionH="28000" prstMaterial="matte"/>
        </a:bodyPr>
        <a:lstStyle/>
        <a:p>
          <a:pPr marL="0" lvl="0" indent="0" algn="ctr" defTabSz="1333500">
            <a:lnSpc>
              <a:spcPct val="90000"/>
            </a:lnSpc>
            <a:spcBef>
              <a:spcPct val="0"/>
            </a:spcBef>
            <a:spcAft>
              <a:spcPct val="35000"/>
            </a:spcAft>
            <a:buNone/>
          </a:pPr>
          <a:endParaRPr lang="en-US" sz="3000" b="1" kern="1200" dirty="0">
            <a:effectLst>
              <a:outerShdw blurRad="38100" dist="38100" dir="2700000" algn="tl">
                <a:srgbClr val="000000">
                  <a:alpha val="43137"/>
                </a:srgbClr>
              </a:outerShdw>
            </a:effectLst>
          </a:endParaRPr>
        </a:p>
      </dsp:txBody>
      <dsp:txXfrm>
        <a:off x="3428775" y="1561795"/>
        <a:ext cx="462171" cy="462171"/>
      </dsp:txXfrm>
    </dsp:sp>
    <dsp:sp modelId="{329CCA72-C3C8-4321-A6A2-B788AC55FA1F}">
      <dsp:nvSpPr>
        <dsp:cNvPr id="0" name=""/>
        <dsp:cNvSpPr/>
      </dsp:nvSpPr>
      <dsp:spPr>
        <a:xfrm rot="15513228">
          <a:off x="3203162" y="1143571"/>
          <a:ext cx="653919" cy="17094"/>
        </a:xfrm>
        <a:custGeom>
          <a:avLst/>
          <a:gdLst/>
          <a:ahLst/>
          <a:cxnLst/>
          <a:rect l="0" t="0" r="0" b="0"/>
          <a:pathLst>
            <a:path>
              <a:moveTo>
                <a:pt x="0" y="8547"/>
              </a:moveTo>
              <a:lnTo>
                <a:pt x="653919"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13774" y="1135770"/>
        <a:ext cx="32695" cy="32695"/>
      </dsp:txXfrm>
    </dsp:sp>
    <dsp:sp modelId="{23433932-2483-4D3E-AF2A-D6872BA2A8A8}">
      <dsp:nvSpPr>
        <dsp:cNvPr id="0" name=""/>
        <dsp:cNvSpPr/>
      </dsp:nvSpPr>
      <dsp:spPr>
        <a:xfrm>
          <a:off x="2876673" y="323560"/>
          <a:ext cx="1074487" cy="509266"/>
        </a:xfrm>
        <a:prstGeom prst="ellipse">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kern="1200" dirty="0">
              <a:effectLst>
                <a:outerShdw blurRad="38100" dist="38100" dir="2700000" algn="tl">
                  <a:srgbClr val="000000">
                    <a:alpha val="43137"/>
                  </a:srgbClr>
                </a:outerShdw>
              </a:effectLst>
            </a:rPr>
            <a:t>Simple </a:t>
          </a:r>
          <a:endParaRPr lang="en-US" sz="1200" b="1" kern="1200" dirty="0">
            <a:effectLst>
              <a:outerShdw blurRad="38100" dist="38100" dir="2700000" algn="tl">
                <a:srgbClr val="000000">
                  <a:alpha val="43137"/>
                </a:srgbClr>
              </a:outerShdw>
            </a:effectLst>
          </a:endParaRPr>
        </a:p>
      </dsp:txBody>
      <dsp:txXfrm>
        <a:off x="3034028" y="398140"/>
        <a:ext cx="759777" cy="360106"/>
      </dsp:txXfrm>
    </dsp:sp>
    <dsp:sp modelId="{0A2C337B-4D96-4DFC-AD48-E03976C7218E}">
      <dsp:nvSpPr>
        <dsp:cNvPr id="0" name=""/>
        <dsp:cNvSpPr/>
      </dsp:nvSpPr>
      <dsp:spPr>
        <a:xfrm rot="19091779">
          <a:off x="3809686" y="1320917"/>
          <a:ext cx="736819" cy="17094"/>
        </a:xfrm>
        <a:custGeom>
          <a:avLst/>
          <a:gdLst/>
          <a:ahLst/>
          <a:cxnLst/>
          <a:rect l="0" t="0" r="0" b="0"/>
          <a:pathLst>
            <a:path>
              <a:moveTo>
                <a:pt x="0" y="8547"/>
              </a:moveTo>
              <a:lnTo>
                <a:pt x="736819"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59676" y="1311044"/>
        <a:ext cx="36840" cy="36840"/>
      </dsp:txXfrm>
    </dsp:sp>
    <dsp:sp modelId="{6191884E-9DB6-4AAC-B865-394DE6C572F9}">
      <dsp:nvSpPr>
        <dsp:cNvPr id="0" name=""/>
        <dsp:cNvSpPr/>
      </dsp:nvSpPr>
      <dsp:spPr>
        <a:xfrm>
          <a:off x="4160661" y="477373"/>
          <a:ext cx="1209719" cy="653609"/>
        </a:xfrm>
        <a:prstGeom prst="ellipse">
          <a:avLst/>
        </a:prstGeom>
        <a:solidFill>
          <a:schemeClr val="accent3">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US" sz="1200" b="1" i="0" kern="1200" dirty="0">
              <a:effectLst>
                <a:outerShdw blurRad="38100" dist="38100" dir="2700000" algn="tl">
                  <a:srgbClr val="000000">
                    <a:alpha val="43137"/>
                  </a:srgbClr>
                </a:outerShdw>
              </a:effectLst>
              <a:latin typeface="Quicksand" panose="00000500000000000000" pitchFamily="2" charset="0"/>
            </a:rPr>
            <a:t>Dynamic </a:t>
          </a:r>
        </a:p>
      </dsp:txBody>
      <dsp:txXfrm>
        <a:off x="4337820" y="573092"/>
        <a:ext cx="855401" cy="462171"/>
      </dsp:txXfrm>
    </dsp:sp>
    <dsp:sp modelId="{DAB81654-3FC1-44C3-A8BD-33E779749E56}">
      <dsp:nvSpPr>
        <dsp:cNvPr id="0" name=""/>
        <dsp:cNvSpPr/>
      </dsp:nvSpPr>
      <dsp:spPr>
        <a:xfrm rot="20314643">
          <a:off x="3900727" y="1330010"/>
          <a:ext cx="1834167" cy="17094"/>
        </a:xfrm>
        <a:custGeom>
          <a:avLst/>
          <a:gdLst/>
          <a:ahLst/>
          <a:cxnLst/>
          <a:rect l="0" t="0" r="0" b="0"/>
          <a:pathLst>
            <a:path>
              <a:moveTo>
                <a:pt x="0" y="8547"/>
              </a:moveTo>
              <a:lnTo>
                <a:pt x="1834167"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4771956" y="1292703"/>
        <a:ext cx="91708" cy="91708"/>
      </dsp:txXfrm>
    </dsp:sp>
    <dsp:sp modelId="{48A0B11E-B97E-447C-AF0C-32416B6B6340}">
      <dsp:nvSpPr>
        <dsp:cNvPr id="0" name=""/>
        <dsp:cNvSpPr/>
      </dsp:nvSpPr>
      <dsp:spPr>
        <a:xfrm>
          <a:off x="5579522" y="418764"/>
          <a:ext cx="1215490" cy="764970"/>
        </a:xfrm>
        <a:prstGeom prst="ellipse">
          <a:avLst/>
        </a:prstGeom>
        <a:solidFill>
          <a:schemeClr val="accent4">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Secured</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5757526" y="530791"/>
        <a:ext cx="859482" cy="540916"/>
      </dsp:txXfrm>
    </dsp:sp>
    <dsp:sp modelId="{F82DE69F-16ED-46B3-A498-C9850A0CC9D5}">
      <dsp:nvSpPr>
        <dsp:cNvPr id="0" name=""/>
        <dsp:cNvSpPr/>
      </dsp:nvSpPr>
      <dsp:spPr>
        <a:xfrm rot="21450008">
          <a:off x="3985639" y="1737317"/>
          <a:ext cx="1502260" cy="17094"/>
        </a:xfrm>
        <a:custGeom>
          <a:avLst/>
          <a:gdLst/>
          <a:ahLst/>
          <a:cxnLst/>
          <a:rect l="0" t="0" r="0" b="0"/>
          <a:pathLst>
            <a:path>
              <a:moveTo>
                <a:pt x="0" y="8547"/>
              </a:moveTo>
              <a:lnTo>
                <a:pt x="1502260"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99213" y="1708307"/>
        <a:ext cx="75113" cy="75113"/>
      </dsp:txXfrm>
    </dsp:sp>
    <dsp:sp modelId="{C6CC04EA-CB4A-4709-8A02-BC15D14EA1AF}">
      <dsp:nvSpPr>
        <dsp:cNvPr id="0" name=""/>
        <dsp:cNvSpPr/>
      </dsp:nvSpPr>
      <dsp:spPr>
        <a:xfrm>
          <a:off x="5485781" y="1362757"/>
          <a:ext cx="1081173" cy="653609"/>
        </a:xfrm>
        <a:prstGeom prst="ellipse">
          <a:avLst/>
        </a:prstGeom>
        <a:solidFill>
          <a:schemeClr val="accent5">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Robust</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5644115" y="1458476"/>
        <a:ext cx="764505" cy="462171"/>
      </dsp:txXfrm>
    </dsp:sp>
    <dsp:sp modelId="{DB3602D2-CCA7-426E-AF3C-313A055DBDE1}">
      <dsp:nvSpPr>
        <dsp:cNvPr id="0" name=""/>
        <dsp:cNvSpPr/>
      </dsp:nvSpPr>
      <dsp:spPr>
        <a:xfrm rot="1529889">
          <a:off x="3890642" y="2208725"/>
          <a:ext cx="1318095" cy="17094"/>
        </a:xfrm>
        <a:custGeom>
          <a:avLst/>
          <a:gdLst/>
          <a:ahLst/>
          <a:cxnLst/>
          <a:rect l="0" t="0" r="0" b="0"/>
          <a:pathLst>
            <a:path>
              <a:moveTo>
                <a:pt x="0" y="8547"/>
              </a:moveTo>
              <a:lnTo>
                <a:pt x="1318095"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516737" y="2184320"/>
        <a:ext cx="65904" cy="65904"/>
      </dsp:txXfrm>
    </dsp:sp>
    <dsp:sp modelId="{C48FC8B5-C375-40BA-B0F0-C989A5F96AE4}">
      <dsp:nvSpPr>
        <dsp:cNvPr id="0" name=""/>
        <dsp:cNvSpPr/>
      </dsp:nvSpPr>
      <dsp:spPr>
        <a:xfrm>
          <a:off x="4647744" y="2457102"/>
          <a:ext cx="2070594" cy="601411"/>
        </a:xfrm>
        <a:prstGeom prst="ellipse">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Object Oriented</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4950975" y="2545177"/>
        <a:ext cx="1464132" cy="425261"/>
      </dsp:txXfrm>
    </dsp:sp>
    <dsp:sp modelId="{DF04E588-9FA7-4694-B54B-58FE2CC013B1}">
      <dsp:nvSpPr>
        <dsp:cNvPr id="0" name=""/>
        <dsp:cNvSpPr/>
      </dsp:nvSpPr>
      <dsp:spPr>
        <a:xfrm rot="3880568">
          <a:off x="3505553" y="2544258"/>
          <a:ext cx="1027818" cy="17094"/>
        </a:xfrm>
        <a:custGeom>
          <a:avLst/>
          <a:gdLst/>
          <a:ahLst/>
          <a:cxnLst/>
          <a:rect l="0" t="0" r="0" b="0"/>
          <a:pathLst>
            <a:path>
              <a:moveTo>
                <a:pt x="0" y="8547"/>
              </a:moveTo>
              <a:lnTo>
                <a:pt x="1027818"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93767" y="2527110"/>
        <a:ext cx="51390" cy="51390"/>
      </dsp:txXfrm>
    </dsp:sp>
    <dsp:sp modelId="{037BBDB6-F33B-45F5-A0BA-8F9500A9DF82}">
      <dsp:nvSpPr>
        <dsp:cNvPr id="0" name=""/>
        <dsp:cNvSpPr/>
      </dsp:nvSpPr>
      <dsp:spPr>
        <a:xfrm>
          <a:off x="3511643" y="3013861"/>
          <a:ext cx="1722763" cy="572208"/>
        </a:xfrm>
        <a:prstGeom prst="ellipse">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US" sz="1200" b="1" i="0" kern="1200" dirty="0">
              <a:effectLst>
                <a:outerShdw blurRad="38100" dist="38100" dir="2700000" algn="tl">
                  <a:srgbClr val="000000">
                    <a:alpha val="43137"/>
                  </a:srgbClr>
                </a:outerShdw>
              </a:effectLst>
              <a:latin typeface="Quicksand" panose="00000500000000000000" pitchFamily="2" charset="0"/>
            </a:rPr>
            <a:t>Distributed </a:t>
          </a:r>
        </a:p>
      </dsp:txBody>
      <dsp:txXfrm>
        <a:off x="3763936" y="3097659"/>
        <a:ext cx="1218177" cy="404612"/>
      </dsp:txXfrm>
    </dsp:sp>
    <dsp:sp modelId="{6A0A8F05-4290-4E62-BA95-DCDA1224757E}">
      <dsp:nvSpPr>
        <dsp:cNvPr id="0" name=""/>
        <dsp:cNvSpPr/>
      </dsp:nvSpPr>
      <dsp:spPr>
        <a:xfrm rot="7324315">
          <a:off x="3160975" y="2241343"/>
          <a:ext cx="425031" cy="17094"/>
        </a:xfrm>
        <a:custGeom>
          <a:avLst/>
          <a:gdLst/>
          <a:ahLst/>
          <a:cxnLst/>
          <a:rect l="0" t="0" r="0" b="0"/>
          <a:pathLst>
            <a:path>
              <a:moveTo>
                <a:pt x="0" y="8547"/>
              </a:moveTo>
              <a:lnTo>
                <a:pt x="425031"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362864" y="2239265"/>
        <a:ext cx="21251" cy="21251"/>
      </dsp:txXfrm>
    </dsp:sp>
    <dsp:sp modelId="{6639DE9A-1D26-4AFD-96E8-CA4246779068}">
      <dsp:nvSpPr>
        <dsp:cNvPr id="0" name=""/>
        <dsp:cNvSpPr/>
      </dsp:nvSpPr>
      <dsp:spPr>
        <a:xfrm>
          <a:off x="2264208" y="2417336"/>
          <a:ext cx="1572799" cy="695668"/>
        </a:xfrm>
        <a:prstGeom prst="ellipse">
          <a:avLst/>
        </a:prstGeom>
        <a:solidFill>
          <a:schemeClr val="accent3">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Architectural Neutral</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2494539" y="2519214"/>
        <a:ext cx="1112137" cy="491912"/>
      </dsp:txXfrm>
    </dsp:sp>
    <dsp:sp modelId="{FD11B97F-7944-4016-9271-7D291A425A69}">
      <dsp:nvSpPr>
        <dsp:cNvPr id="0" name=""/>
        <dsp:cNvSpPr/>
      </dsp:nvSpPr>
      <dsp:spPr>
        <a:xfrm rot="9119687">
          <a:off x="1524313" y="2398385"/>
          <a:ext cx="1961872" cy="17094"/>
        </a:xfrm>
        <a:custGeom>
          <a:avLst/>
          <a:gdLst/>
          <a:ahLst/>
          <a:cxnLst/>
          <a:rect l="0" t="0" r="0" b="0"/>
          <a:pathLst>
            <a:path>
              <a:moveTo>
                <a:pt x="0" y="8547"/>
              </a:moveTo>
              <a:lnTo>
                <a:pt x="1961872"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456203" y="2357886"/>
        <a:ext cx="98093" cy="98093"/>
      </dsp:txXfrm>
    </dsp:sp>
    <dsp:sp modelId="{3EDE3005-ACC4-4B88-A6E9-47C28AC292A1}">
      <dsp:nvSpPr>
        <dsp:cNvPr id="0" name=""/>
        <dsp:cNvSpPr/>
      </dsp:nvSpPr>
      <dsp:spPr>
        <a:xfrm>
          <a:off x="291945" y="2805505"/>
          <a:ext cx="1698736" cy="653609"/>
        </a:xfrm>
        <a:prstGeom prst="ellipse">
          <a:avLst/>
        </a:prstGeom>
        <a:solidFill>
          <a:schemeClr val="accent4">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Platform Independent</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540719" y="2901224"/>
        <a:ext cx="1201188" cy="462171"/>
      </dsp:txXfrm>
    </dsp:sp>
    <dsp:sp modelId="{B651B140-0023-40E3-960D-15EE7C52699D}">
      <dsp:nvSpPr>
        <dsp:cNvPr id="0" name=""/>
        <dsp:cNvSpPr/>
      </dsp:nvSpPr>
      <dsp:spPr>
        <a:xfrm rot="10495911">
          <a:off x="2209131" y="1863001"/>
          <a:ext cx="1127405" cy="17094"/>
        </a:xfrm>
        <a:custGeom>
          <a:avLst/>
          <a:gdLst/>
          <a:ahLst/>
          <a:cxnLst/>
          <a:rect l="0" t="0" r="0" b="0"/>
          <a:pathLst>
            <a:path>
              <a:moveTo>
                <a:pt x="0" y="8547"/>
              </a:moveTo>
              <a:lnTo>
                <a:pt x="1127405"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744649" y="1843363"/>
        <a:ext cx="56370" cy="56370"/>
      </dsp:txXfrm>
    </dsp:sp>
    <dsp:sp modelId="{B03FD5CA-9625-4973-A18B-6DED196EA8C3}">
      <dsp:nvSpPr>
        <dsp:cNvPr id="0" name=""/>
        <dsp:cNvSpPr/>
      </dsp:nvSpPr>
      <dsp:spPr>
        <a:xfrm>
          <a:off x="20215" y="1689559"/>
          <a:ext cx="2239493" cy="653609"/>
        </a:xfrm>
        <a:prstGeom prst="ellipse">
          <a:avLst/>
        </a:prstGeom>
        <a:solidFill>
          <a:schemeClr val="accent5">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Multi-threading</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348181" y="1785278"/>
        <a:ext cx="1583561" cy="462171"/>
      </dsp:txXfrm>
    </dsp:sp>
    <dsp:sp modelId="{6AC6294B-97A6-4A85-AAEC-9C58B063B83F}">
      <dsp:nvSpPr>
        <dsp:cNvPr id="0" name=""/>
        <dsp:cNvSpPr/>
      </dsp:nvSpPr>
      <dsp:spPr>
        <a:xfrm rot="11729801">
          <a:off x="1641912" y="1465295"/>
          <a:ext cx="1734553" cy="17094"/>
        </a:xfrm>
        <a:custGeom>
          <a:avLst/>
          <a:gdLst/>
          <a:ahLst/>
          <a:cxnLst/>
          <a:rect l="0" t="0" r="0" b="0"/>
          <a:pathLst>
            <a:path>
              <a:moveTo>
                <a:pt x="0" y="8547"/>
              </a:moveTo>
              <a:lnTo>
                <a:pt x="1734553"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10800000">
        <a:off x="2465825" y="1430479"/>
        <a:ext cx="86727" cy="86727"/>
      </dsp:txXfrm>
    </dsp:sp>
    <dsp:sp modelId="{C1AC0B75-86E2-4F41-8983-8451762AF59D}">
      <dsp:nvSpPr>
        <dsp:cNvPr id="0" name=""/>
        <dsp:cNvSpPr/>
      </dsp:nvSpPr>
      <dsp:spPr>
        <a:xfrm>
          <a:off x="37941" y="715126"/>
          <a:ext cx="1826948" cy="653609"/>
        </a:xfrm>
        <a:prstGeom prst="ellipse">
          <a:avLst/>
        </a:prstGeom>
        <a:solidFill>
          <a:schemeClr val="accent6">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High performance</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305491" y="810845"/>
        <a:ext cx="1291848" cy="462171"/>
      </dsp:txXfrm>
    </dsp:sp>
    <dsp:sp modelId="{9144387C-44DB-40E6-9A46-E398B9DD48C9}">
      <dsp:nvSpPr>
        <dsp:cNvPr id="0" name=""/>
        <dsp:cNvSpPr/>
      </dsp:nvSpPr>
      <dsp:spPr>
        <a:xfrm rot="13263912">
          <a:off x="2263296" y="1138874"/>
          <a:ext cx="1311505" cy="17094"/>
        </a:xfrm>
        <a:custGeom>
          <a:avLst/>
          <a:gdLst/>
          <a:ahLst/>
          <a:cxnLst/>
          <a:rect l="0" t="0" r="0" b="0"/>
          <a:pathLst>
            <a:path>
              <a:moveTo>
                <a:pt x="0" y="8547"/>
              </a:moveTo>
              <a:lnTo>
                <a:pt x="1311505" y="8547"/>
              </a:lnTo>
            </a:path>
          </a:pathLst>
        </a:custGeom>
        <a:noFill/>
        <a:ln w="15875" cap="rnd" cmpd="sng" algn="ctr">
          <a:solidFill>
            <a:schemeClr val="accent2">
              <a:hueOff val="0"/>
              <a:satOff val="0"/>
              <a:lumOff val="0"/>
              <a:alphaOff val="0"/>
            </a:schemeClr>
          </a:solidFill>
          <a:prstDash val="solid"/>
        </a:ln>
        <a:effectLst/>
        <a:sp3d z="-227350"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886261" y="1114634"/>
        <a:ext cx="65575" cy="65575"/>
      </dsp:txXfrm>
    </dsp:sp>
    <dsp:sp modelId="{9BF9FC26-11AA-4792-AB86-DA4C3C6BB310}">
      <dsp:nvSpPr>
        <dsp:cNvPr id="0" name=""/>
        <dsp:cNvSpPr/>
      </dsp:nvSpPr>
      <dsp:spPr>
        <a:xfrm>
          <a:off x="1507210" y="112800"/>
          <a:ext cx="1198915" cy="653609"/>
        </a:xfrm>
        <a:prstGeom prst="ellipse">
          <a:avLst/>
        </a:prstGeom>
        <a:solidFill>
          <a:schemeClr val="accent2">
            <a:hueOff val="0"/>
            <a:satOff val="0"/>
            <a:lumOff val="0"/>
            <a:alphaOff val="0"/>
          </a:schemeClr>
        </a:solidFill>
        <a:ln>
          <a:noFill/>
        </a:ln>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ctr" anchorCtr="0">
          <a:noAutofit/>
          <a:sp3d extrusionH="28000" prstMaterial="matte"/>
        </a:bodyPr>
        <a:lstStyle/>
        <a:p>
          <a:pPr marL="0" lvl="0" indent="0" algn="ctr" defTabSz="533400">
            <a:lnSpc>
              <a:spcPct val="90000"/>
            </a:lnSpc>
            <a:spcBef>
              <a:spcPct val="0"/>
            </a:spcBef>
            <a:spcAft>
              <a:spcPct val="35000"/>
            </a:spcAft>
            <a:buNone/>
          </a:pPr>
          <a:r>
            <a:rPr lang="en-GB" sz="1200" b="1" i="0" kern="1200" dirty="0">
              <a:effectLst>
                <a:outerShdw blurRad="38100" dist="38100" dir="2700000" algn="tl">
                  <a:srgbClr val="000000">
                    <a:alpha val="43137"/>
                  </a:srgbClr>
                </a:outerShdw>
              </a:effectLst>
              <a:latin typeface="Quicksand" panose="00000500000000000000" pitchFamily="2" charset="0"/>
            </a:rPr>
            <a:t>Interpreted</a:t>
          </a:r>
          <a:endParaRPr lang="en-US" sz="1200" b="1" i="0" kern="1200" dirty="0">
            <a:effectLst>
              <a:outerShdw blurRad="38100" dist="38100" dir="2700000" algn="tl">
                <a:srgbClr val="000000">
                  <a:alpha val="43137"/>
                </a:srgbClr>
              </a:outerShdw>
            </a:effectLst>
            <a:latin typeface="Quicksand" panose="00000500000000000000" pitchFamily="2" charset="0"/>
          </a:endParaRPr>
        </a:p>
      </dsp:txBody>
      <dsp:txXfrm>
        <a:off x="1682787" y="208519"/>
        <a:ext cx="847761" cy="462171"/>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967CA2-A7CD-4250-A9BB-2B9217F3E5B8}" type="datetimeFigureOut">
              <a:rPr lang="en-US" smtClean="0"/>
              <a:t>10/22/2025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4DDD82-8C26-44D4-8313-9731546C07FA}" type="slidenum">
              <a:rPr lang="en-US" smtClean="0"/>
              <a:t>‹#›</a:t>
            </a:fld>
            <a:endParaRPr lang="en-US"/>
          </a:p>
        </p:txBody>
      </p:sp>
    </p:spTree>
    <p:extLst>
      <p:ext uri="{BB962C8B-B14F-4D97-AF65-F5344CB8AC3E}">
        <p14:creationId xmlns:p14="http://schemas.microsoft.com/office/powerpoint/2010/main" val="12094067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Windows Runtime Environment – WinRT (C++)</a:t>
            </a:r>
          </a:p>
          <a:p>
            <a:r>
              <a:rPr lang="en-US" dirty="0"/>
              <a:t>Apple Runtime </a:t>
            </a:r>
            <a:r>
              <a:rPr lang="en-US" dirty="0" err="1"/>
              <a:t>Enviroment</a:t>
            </a:r>
            <a:r>
              <a:rPr lang="en-US" dirty="0"/>
              <a:t> - Swift</a:t>
            </a:r>
          </a:p>
        </p:txBody>
      </p:sp>
      <p:sp>
        <p:nvSpPr>
          <p:cNvPr id="4" name="Slide Number Placeholder 3"/>
          <p:cNvSpPr>
            <a:spLocks noGrp="1"/>
          </p:cNvSpPr>
          <p:nvPr>
            <p:ph type="sldNum" sz="quarter" idx="5"/>
          </p:nvPr>
        </p:nvSpPr>
        <p:spPr/>
        <p:txBody>
          <a:bodyPr/>
          <a:lstStyle/>
          <a:p>
            <a:fld id="{2F4DDD82-8C26-44D4-8313-9731546C07FA}" type="slidenum">
              <a:rPr lang="en-US" smtClean="0"/>
              <a:t>2</a:t>
            </a:fld>
            <a:endParaRPr lang="en-US"/>
          </a:p>
        </p:txBody>
      </p:sp>
    </p:spTree>
    <p:extLst>
      <p:ext uri="{BB962C8B-B14F-4D97-AF65-F5344CB8AC3E}">
        <p14:creationId xmlns:p14="http://schemas.microsoft.com/office/powerpoint/2010/main" val="3784734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13D48E-B225-4A68-B05F-5FE645BF1FB6}"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3419995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AC5AB90-DE6D-4D24-9952-AB62EA37903A}"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3903530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BDC82B0-6FAC-46C3-B13E-9C08C286611B}"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2643512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2FEE32-F873-4D46-86F1-658124D2A675}"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132972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0D6A51-0E93-4B24-9729-86A662B5723F}" type="datetime1">
              <a:rPr lang="en-US" smtClean="0"/>
              <a:t>10/22/2025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23136122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61E836C-2D8F-4203-BD61-D659B92FC9A9}" type="datetime1">
              <a:rPr lang="en-US" smtClean="0"/>
              <a:t>10/22/2025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832017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F35910-6D7F-4258-8535-6CA181300678}" type="datetime1">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364728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F4D295-5255-4A43-9242-6BAFC574EF52}"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2460457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FD26A653-87BB-41DD-8C93-BEB5B673CB91}" type="datetime1">
              <a:rPr lang="en-US" smtClean="0"/>
              <a:t>10/22/2025</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2982579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F183F8-C15D-4EC7-80F9-DFDCF115E689}" type="datetime1">
              <a:rPr lang="en-US" smtClean="0"/>
              <a:t>10/22/2025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1466278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34DAB00A-25D5-4451-B8DF-AA64327D7A50}"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37581227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B0554A07-74E0-46ED-AA70-0AD0DD444018}" type="datetime1">
              <a:rPr lang="en-US" smtClean="0"/>
              <a:t>10/22/2025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818523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46596C-BE4F-4DB4-B039-F2E495168DB3}"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30329810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8149D3-D101-4E79-B5E4-AB685FAC8563}" type="datetime1">
              <a:rPr lang="en-US" smtClean="0"/>
              <a:t>10/22/2025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A87A3F-1EEA-4FD3-8D97-9A4D6B219299}" type="slidenum">
              <a:rPr lang="en-US" smtClean="0"/>
              <a:t>‹#›</a:t>
            </a:fld>
            <a:endParaRPr lang="en-US"/>
          </a:p>
        </p:txBody>
      </p:sp>
    </p:spTree>
    <p:extLst>
      <p:ext uri="{BB962C8B-B14F-4D97-AF65-F5344CB8AC3E}">
        <p14:creationId xmlns:p14="http://schemas.microsoft.com/office/powerpoint/2010/main" val="3020854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88044616-91D1-4882-8E2E-277DFAB08201}" type="datetime1">
              <a:rPr lang="en-US" smtClean="0"/>
              <a:t>10/22/2025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EBA87A3F-1EEA-4FD3-8D97-9A4D6B219299}" type="slidenum">
              <a:rPr lang="en-US" smtClean="0"/>
              <a:t>‹#›</a:t>
            </a:fld>
            <a:endParaRPr lang="en-US"/>
          </a:p>
        </p:txBody>
      </p:sp>
    </p:spTree>
    <p:extLst>
      <p:ext uri="{BB962C8B-B14F-4D97-AF65-F5344CB8AC3E}">
        <p14:creationId xmlns:p14="http://schemas.microsoft.com/office/powerpoint/2010/main" val="1370123814"/>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hf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gif"/><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image" Target="../media/image2.gif"/><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3F607-CE66-42CE-9318-5ED78CA68495}"/>
              </a:ext>
            </a:extLst>
          </p:cNvPr>
          <p:cNvSpPr>
            <a:spLocks noGrp="1"/>
          </p:cNvSpPr>
          <p:nvPr>
            <p:ph type="ctrTitle"/>
          </p:nvPr>
        </p:nvSpPr>
        <p:spPr>
          <a:xfrm>
            <a:off x="977830" y="1697277"/>
            <a:ext cx="10231578" cy="2971051"/>
          </a:xfrm>
        </p:spPr>
        <p:txBody>
          <a:bodyPr/>
          <a:lstStyle/>
          <a:p>
            <a:pPr algn="ctr"/>
            <a:r>
              <a:rPr lang="en-GB" sz="4400" dirty="0">
                <a:effectLst>
                  <a:outerShdw blurRad="38100" dist="38100" dir="2700000" algn="tl">
                    <a:srgbClr val="000000">
                      <a:alpha val="43137"/>
                    </a:srgbClr>
                  </a:outerShdw>
                </a:effectLst>
              </a:rPr>
              <a:t>OBJECT ORIENTED PROGRAMMING </a:t>
            </a:r>
            <a:br>
              <a:rPr lang="en-GB" sz="4400" dirty="0">
                <a:effectLst>
                  <a:outerShdw blurRad="38100" dist="38100" dir="2700000" algn="tl">
                    <a:srgbClr val="000000">
                      <a:alpha val="43137"/>
                    </a:srgbClr>
                  </a:outerShdw>
                </a:effectLst>
              </a:rPr>
            </a:br>
            <a:r>
              <a:rPr lang="en-GB" sz="4400" dirty="0">
                <a:effectLst>
                  <a:outerShdw blurRad="38100" dist="38100" dir="2700000" algn="tl">
                    <a:srgbClr val="000000">
                      <a:alpha val="43137"/>
                    </a:srgbClr>
                  </a:outerShdw>
                </a:effectLst>
              </a:rPr>
              <a:t>(WITH JAVA)</a:t>
            </a:r>
            <a:br>
              <a:rPr lang="en-GB" sz="4400" dirty="0">
                <a:effectLst>
                  <a:outerShdw blurRad="38100" dist="38100" dir="2700000" algn="tl">
                    <a:srgbClr val="000000">
                      <a:alpha val="43137"/>
                    </a:srgbClr>
                  </a:outerShdw>
                </a:effectLst>
              </a:rPr>
            </a:br>
            <a:r>
              <a:rPr lang="en-GB" sz="4400" dirty="0">
                <a:solidFill>
                  <a:schemeClr val="bg1"/>
                </a:solidFill>
                <a:effectLst>
                  <a:outerShdw blurRad="38100" dist="38100" dir="2700000" algn="tl">
                    <a:srgbClr val="000000">
                      <a:alpha val="43137"/>
                    </a:srgbClr>
                  </a:outerShdw>
                </a:effectLst>
              </a:rPr>
              <a:t>Lecture 2</a:t>
            </a:r>
            <a:br>
              <a:rPr lang="en-GB" sz="4400" dirty="0">
                <a:solidFill>
                  <a:schemeClr val="bg1"/>
                </a:solidFill>
                <a:effectLst>
                  <a:outerShdw blurRad="38100" dist="38100" dir="2700000" algn="tl">
                    <a:srgbClr val="000000">
                      <a:alpha val="43137"/>
                    </a:srgbClr>
                  </a:outerShdw>
                </a:effectLst>
              </a:rPr>
            </a:br>
            <a:r>
              <a:rPr lang="en-GB" sz="4400" dirty="0">
                <a:solidFill>
                  <a:schemeClr val="bg1"/>
                </a:solidFill>
                <a:effectLst>
                  <a:outerShdw blurRad="38100" dist="38100" dir="2700000" algn="tl">
                    <a:srgbClr val="000000">
                      <a:alpha val="43137"/>
                    </a:srgbClr>
                  </a:outerShdw>
                </a:effectLst>
              </a:rPr>
              <a:t>INTRODUCTION TO JAVA</a:t>
            </a:r>
            <a:endParaRPr lang="en-US" sz="4400" dirty="0">
              <a:solidFill>
                <a:schemeClr val="bg1"/>
              </a:solidFill>
              <a:effectLst>
                <a:outerShdw blurRad="38100" dist="38100" dir="2700000" algn="tl">
                  <a:srgbClr val="000000">
                    <a:alpha val="43137"/>
                  </a:srgbClr>
                </a:outerShdw>
              </a:effectLst>
            </a:endParaRPr>
          </a:p>
        </p:txBody>
      </p:sp>
      <p:sp>
        <p:nvSpPr>
          <p:cNvPr id="3" name="Subtitle 2">
            <a:extLst>
              <a:ext uri="{FF2B5EF4-FFF2-40B4-BE49-F238E27FC236}">
                <a16:creationId xmlns:a16="http://schemas.microsoft.com/office/drawing/2014/main" id="{5C4D10A8-9104-4CD2-BC73-B00411456E15}"/>
              </a:ext>
            </a:extLst>
          </p:cNvPr>
          <p:cNvSpPr>
            <a:spLocks noGrp="1"/>
          </p:cNvSpPr>
          <p:nvPr>
            <p:ph type="subTitle" idx="1"/>
          </p:nvPr>
        </p:nvSpPr>
        <p:spPr>
          <a:xfrm>
            <a:off x="810001" y="5280847"/>
            <a:ext cx="10572000" cy="928468"/>
          </a:xfrm>
        </p:spPr>
        <p:txBody>
          <a:bodyPr>
            <a:noAutofit/>
          </a:bodyPr>
          <a:lstStyle/>
          <a:p>
            <a:pPr algn="ctr"/>
            <a:r>
              <a:rPr lang="en-GB" sz="1600" dirty="0"/>
              <a:t>DEPARTMENT OF COMPUTER SCIENCE </a:t>
            </a:r>
          </a:p>
          <a:p>
            <a:pPr algn="ctr"/>
            <a:r>
              <a:rPr lang="en-US" sz="1600" dirty="0"/>
              <a:t>LAGOS STATE UNIVERSITY</a:t>
            </a:r>
          </a:p>
        </p:txBody>
      </p:sp>
      <p:pic>
        <p:nvPicPr>
          <p:cNvPr id="4" name="Picture 3">
            <a:extLst>
              <a:ext uri="{FF2B5EF4-FFF2-40B4-BE49-F238E27FC236}">
                <a16:creationId xmlns:a16="http://schemas.microsoft.com/office/drawing/2014/main" id="{880CD2E0-86FA-40F3-B7B6-3532EFC9AFD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5739866" y="6063770"/>
            <a:ext cx="712268" cy="685434"/>
          </a:xfrm>
          <a:prstGeom prst="rect">
            <a:avLst/>
          </a:prstGeom>
          <a:noFill/>
          <a:ln>
            <a:noFill/>
          </a:ln>
          <a:effectLst>
            <a:outerShdw blurRad="50800" dist="38100" dir="18900000" algn="bl" rotWithShape="0">
              <a:prstClr val="black">
                <a:alpha val="40000"/>
              </a:prstClr>
            </a:outerShdw>
          </a:effectLst>
        </p:spPr>
      </p:pic>
      <p:sp>
        <p:nvSpPr>
          <p:cNvPr id="6" name="Slide Number Placeholder 5">
            <a:extLst>
              <a:ext uri="{FF2B5EF4-FFF2-40B4-BE49-F238E27FC236}">
                <a16:creationId xmlns:a16="http://schemas.microsoft.com/office/drawing/2014/main" id="{CD00BE16-97A5-446E-884B-C0440DCB8FC5}"/>
              </a:ext>
            </a:extLst>
          </p:cNvPr>
          <p:cNvSpPr>
            <a:spLocks noGrp="1"/>
          </p:cNvSpPr>
          <p:nvPr>
            <p:ph type="sldNum" sz="quarter" idx="12"/>
          </p:nvPr>
        </p:nvSpPr>
        <p:spPr/>
        <p:txBody>
          <a:bodyPr/>
          <a:lstStyle/>
          <a:p>
            <a:fld id="{EBA87A3F-1EEA-4FD3-8D97-9A4D6B219299}" type="slidenum">
              <a:rPr lang="en-US" smtClean="0"/>
              <a:t>1</a:t>
            </a:fld>
            <a:endParaRPr lang="en-US"/>
          </a:p>
        </p:txBody>
      </p:sp>
      <p:pic>
        <p:nvPicPr>
          <p:cNvPr id="8" name="Picture 7">
            <a:extLst>
              <a:ext uri="{FF2B5EF4-FFF2-40B4-BE49-F238E27FC236}">
                <a16:creationId xmlns:a16="http://schemas.microsoft.com/office/drawing/2014/main" id="{F64AF17E-03A3-426C-80FB-BDE608BEEE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7280" y="339842"/>
            <a:ext cx="1357435" cy="13574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07786494"/>
      </p:ext>
    </p:extLst>
  </p:cSld>
  <p:clrMapOvr>
    <a:masterClrMapping/>
  </p:clrMapOvr>
  <mc:AlternateContent xmlns:mc="http://schemas.openxmlformats.org/markup-compatibility/2006" xmlns:p14="http://schemas.microsoft.com/office/powerpoint/2010/main">
    <mc:Choice Requires="p14">
      <p:transition spd="slow" p14:dur="2000" advTm="0"/>
    </mc:Choice>
    <mc:Fallback xmlns="">
      <p:transition spd="slow"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p:txBody>
          <a:bodyPr/>
          <a:lstStyle/>
          <a:p>
            <a:pPr algn="ctr"/>
            <a:r>
              <a:rPr lang="en-GB" dirty="0"/>
              <a:t>What is Java?</a:t>
            </a:r>
            <a:endParaRPr lang="en-US" dirty="0"/>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p:txBody>
          <a:bodyPr>
            <a:normAutofit/>
          </a:bodyPr>
          <a:lstStyle/>
          <a:p>
            <a:pPr algn="just"/>
            <a:r>
              <a:rPr lang="en-US" sz="2800" b="1" dirty="0">
                <a:latin typeface="Quicksand" panose="00000500000000000000" pitchFamily="2" charset="0"/>
              </a:rPr>
              <a:t>Java</a:t>
            </a:r>
            <a:r>
              <a:rPr lang="en-US" sz="2800" dirty="0">
                <a:latin typeface="Quicksand" panose="00000500000000000000" pitchFamily="2" charset="0"/>
              </a:rPr>
              <a:t> is a programming language and a platform. </a:t>
            </a:r>
          </a:p>
          <a:p>
            <a:pPr algn="just"/>
            <a:r>
              <a:rPr lang="en-US" sz="2800" b="1" dirty="0">
                <a:latin typeface="Quicksand" panose="00000500000000000000" pitchFamily="2" charset="0"/>
              </a:rPr>
              <a:t>Java</a:t>
            </a:r>
            <a:r>
              <a:rPr lang="en-US" sz="2800" dirty="0">
                <a:latin typeface="Quicksand" panose="00000500000000000000" pitchFamily="2" charset="0"/>
              </a:rPr>
              <a:t> is a high level, robust, secured and </a:t>
            </a:r>
            <a:r>
              <a:rPr lang="en-US" sz="2800" b="1" dirty="0">
                <a:latin typeface="Quicksand" panose="00000500000000000000" pitchFamily="2" charset="0"/>
              </a:rPr>
              <a:t>object- oriented programming language</a:t>
            </a:r>
            <a:r>
              <a:rPr lang="en-US" sz="2800" dirty="0">
                <a:latin typeface="Quicksand" panose="00000500000000000000" pitchFamily="2" charset="0"/>
              </a:rPr>
              <a:t>. </a:t>
            </a:r>
          </a:p>
          <a:p>
            <a:pPr algn="just"/>
            <a:r>
              <a:rPr lang="en-US" sz="2800" b="1" dirty="0">
                <a:latin typeface="Quicksand" panose="00000500000000000000" pitchFamily="2" charset="0"/>
              </a:rPr>
              <a:t>Platform</a:t>
            </a:r>
            <a:r>
              <a:rPr lang="en-US" sz="2800" dirty="0">
                <a:latin typeface="Quicksand" panose="00000500000000000000" pitchFamily="2" charset="0"/>
              </a:rPr>
              <a:t>: Any hardware or software environment in which a program runs, is known as a platform. Since Java has its own runtime environment (JRE) and API, it is called platform. Introduction to Java Programming Language </a:t>
            </a: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2</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747130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US" sz="3600" dirty="0"/>
              <a:t>Introduction to Java programming </a:t>
            </a:r>
            <a:r>
              <a:rPr lang="en-US" sz="3600"/>
              <a:t>language </a:t>
            </a:r>
            <a:endParaRPr lang="en-US" sz="3600" dirty="0"/>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p:txBody>
          <a:bodyPr>
            <a:normAutofit fontScale="92500" lnSpcReduction="10000"/>
          </a:bodyPr>
          <a:lstStyle/>
          <a:p>
            <a:pPr algn="just"/>
            <a:r>
              <a:rPr lang="en-US" sz="2800" dirty="0">
                <a:latin typeface="Quicksand" panose="00000500000000000000" pitchFamily="2" charset="0"/>
              </a:rPr>
              <a:t>Today Java programming language is one of the most popular programming language which is used in critical applications like stock market trading system on BSE, banking systems, android mobile application and many other areas. </a:t>
            </a:r>
          </a:p>
          <a:p>
            <a:pPr algn="just"/>
            <a:r>
              <a:rPr lang="en-US" sz="2800" dirty="0">
                <a:latin typeface="Quicksand" panose="00000500000000000000" pitchFamily="2" charset="0"/>
              </a:rPr>
              <a:t>Java was developed by </a:t>
            </a:r>
            <a:r>
              <a:rPr lang="en-US" sz="2800" b="1" dirty="0">
                <a:latin typeface="Quicksand" panose="00000500000000000000" pitchFamily="2" charset="0"/>
              </a:rPr>
              <a:t>James Gosling </a:t>
            </a:r>
            <a:r>
              <a:rPr lang="en-US" sz="2800" dirty="0">
                <a:latin typeface="Quicksand" panose="00000500000000000000" pitchFamily="2" charset="0"/>
              </a:rPr>
              <a:t>from </a:t>
            </a:r>
            <a:r>
              <a:rPr lang="en-US" sz="2800" b="1" dirty="0">
                <a:latin typeface="Quicksand" panose="00000500000000000000" pitchFamily="2" charset="0"/>
              </a:rPr>
              <a:t>Sun Microsystems </a:t>
            </a:r>
            <a:r>
              <a:rPr lang="en-US" sz="2800" dirty="0">
                <a:latin typeface="Quicksand" panose="00000500000000000000" pitchFamily="2" charset="0"/>
              </a:rPr>
              <a:t>in </a:t>
            </a:r>
            <a:r>
              <a:rPr lang="en-US" sz="2800" b="1" dirty="0">
                <a:latin typeface="Quicksand" panose="00000500000000000000" pitchFamily="2" charset="0"/>
              </a:rPr>
              <a:t>1995</a:t>
            </a:r>
            <a:r>
              <a:rPr lang="en-US" sz="2800" dirty="0">
                <a:latin typeface="Quicksand" panose="00000500000000000000" pitchFamily="2" charset="0"/>
              </a:rPr>
              <a:t> as an </a:t>
            </a:r>
            <a:r>
              <a:rPr lang="en-US" sz="2800" b="1" dirty="0">
                <a:latin typeface="Quicksand" panose="00000500000000000000" pitchFamily="2" charset="0"/>
              </a:rPr>
              <a:t>object-oriented language</a:t>
            </a:r>
            <a:r>
              <a:rPr lang="en-US" sz="2800" dirty="0">
                <a:latin typeface="Quicksand" panose="00000500000000000000" pitchFamily="2" charset="0"/>
              </a:rPr>
              <a:t> for general-purpose business applications and for interactive, Web-based Internet applications. The goal was to provide platform- independent alternative to C++. </a:t>
            </a: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3</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3625128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US" sz="3600" dirty="0"/>
              <a:t>Introduction to Java programming language </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p:txBody>
          <a:bodyPr>
            <a:normAutofit/>
          </a:bodyPr>
          <a:lstStyle/>
          <a:p>
            <a:pPr lvl="1" algn="just"/>
            <a:r>
              <a:rPr lang="en-US" sz="2800" dirty="0">
                <a:latin typeface="Quicksand" panose="00000500000000000000" pitchFamily="2" charset="0"/>
              </a:rPr>
              <a:t> In other terms it is architecturally neutral, which means that you can use Java to write a program that will run on any platform or device (operating system).</a:t>
            </a:r>
          </a:p>
          <a:p>
            <a:pPr lvl="1" algn="just"/>
            <a:r>
              <a:rPr lang="en-US" sz="2800" dirty="0">
                <a:latin typeface="Quicksand" panose="00000500000000000000" pitchFamily="2" charset="0"/>
              </a:rPr>
              <a:t> Java program can run on a wide variety of computers because it does not execute instructions on a computer directly. Instead, Java runs on a Java Virtual Machine (JVM). </a:t>
            </a: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4</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3058834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Benefit of Java</a:t>
            </a:r>
            <a:endParaRPr lang="en-US" sz="3600" dirty="0"/>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p:txBody>
          <a:bodyPr>
            <a:normAutofit fontScale="55000" lnSpcReduction="20000"/>
          </a:bodyPr>
          <a:lstStyle/>
          <a:p>
            <a:pPr algn="just"/>
            <a:r>
              <a:rPr lang="en-US" sz="3600" dirty="0">
                <a:latin typeface="Quicksand" panose="00000500000000000000" pitchFamily="2" charset="0"/>
              </a:rPr>
              <a:t>Java has been tested, refined, extended, and proven by a dedicated community of Java developers, architects and enthusiasts. </a:t>
            </a:r>
          </a:p>
          <a:p>
            <a:pPr algn="just"/>
            <a:r>
              <a:rPr lang="en-US" sz="3600" b="1" dirty="0">
                <a:effectLst>
                  <a:outerShdw blurRad="38100" dist="38100" dir="2700000" algn="tl">
                    <a:srgbClr val="000000">
                      <a:alpha val="43137"/>
                    </a:srgbClr>
                  </a:outerShdw>
                </a:effectLst>
                <a:latin typeface="Quicksand" panose="00000500000000000000" pitchFamily="2" charset="0"/>
              </a:rPr>
              <a:t>Simple Grammar </a:t>
            </a:r>
            <a:r>
              <a:rPr lang="en-US" sz="3600" dirty="0">
                <a:latin typeface="Quicksand" panose="00000500000000000000" pitchFamily="2" charset="0"/>
              </a:rPr>
              <a:t>– Java has a very simple grammar familiar to anyone with experience in C and C++.</a:t>
            </a:r>
          </a:p>
          <a:p>
            <a:pPr algn="just"/>
            <a:r>
              <a:rPr lang="en-US" sz="3600" b="1" dirty="0">
                <a:effectLst>
                  <a:outerShdw blurRad="38100" dist="38100" dir="2700000" algn="tl">
                    <a:srgbClr val="000000">
                      <a:alpha val="43137"/>
                    </a:srgbClr>
                  </a:outerShdw>
                </a:effectLst>
                <a:latin typeface="Quicksand" panose="00000500000000000000" pitchFamily="2" charset="0"/>
              </a:rPr>
              <a:t>Portability</a:t>
            </a:r>
            <a:r>
              <a:rPr lang="en-US" sz="3600" dirty="0">
                <a:latin typeface="Quicksand" panose="00000500000000000000" pitchFamily="2" charset="0"/>
              </a:rPr>
              <a:t> – These days Java really does run well on all the popular platforms </a:t>
            </a:r>
          </a:p>
          <a:p>
            <a:pPr algn="just"/>
            <a:r>
              <a:rPr lang="en-US" sz="3600" b="1" dirty="0">
                <a:effectLst>
                  <a:outerShdw blurRad="38100" dist="38100" dir="2700000" algn="tl">
                    <a:srgbClr val="000000">
                      <a:alpha val="43137"/>
                    </a:srgbClr>
                  </a:outerShdw>
                </a:effectLst>
                <a:latin typeface="Quicksand" panose="00000500000000000000" pitchFamily="2" charset="0"/>
              </a:rPr>
              <a:t>Speed</a:t>
            </a:r>
            <a:r>
              <a:rPr lang="en-US" sz="3600" dirty="0">
                <a:latin typeface="Quicksand" panose="00000500000000000000" pitchFamily="2" charset="0"/>
              </a:rPr>
              <a:t> – The latest JIT compilers for Suns JVM approach the speed of C/C++ code, and in some memory allocation intensive circumstances, exceed it. </a:t>
            </a:r>
          </a:p>
          <a:p>
            <a:pPr algn="just"/>
            <a:r>
              <a:rPr lang="en-US" sz="3600" b="1" dirty="0">
                <a:effectLst>
                  <a:outerShdw blurRad="38100" dist="38100" dir="2700000" algn="tl">
                    <a:srgbClr val="000000">
                      <a:alpha val="43137"/>
                    </a:srgbClr>
                  </a:outerShdw>
                </a:effectLst>
                <a:latin typeface="Quicksand" panose="00000500000000000000" pitchFamily="2" charset="0"/>
              </a:rPr>
              <a:t>Garbage Collection </a:t>
            </a:r>
            <a:r>
              <a:rPr lang="en-US" sz="3600" dirty="0">
                <a:latin typeface="Quicksand" panose="00000500000000000000" pitchFamily="2" charset="0"/>
              </a:rPr>
              <a:t>– the programmer doesn’t have to worry about memory (most of the time).</a:t>
            </a:r>
          </a:p>
          <a:p>
            <a:pPr algn="just"/>
            <a:r>
              <a:rPr lang="en-US" sz="3600" b="1" dirty="0">
                <a:effectLst>
                  <a:outerShdw blurRad="38100" dist="38100" dir="2700000" algn="tl">
                    <a:srgbClr val="000000">
                      <a:alpha val="43137"/>
                    </a:srgbClr>
                  </a:outerShdw>
                </a:effectLst>
                <a:latin typeface="Quicksand" panose="00000500000000000000" pitchFamily="2" charset="0"/>
              </a:rPr>
              <a:t>Huge library </a:t>
            </a:r>
            <a:r>
              <a:rPr lang="en-US" sz="3600" dirty="0">
                <a:latin typeface="Quicksand" panose="00000500000000000000" pitchFamily="2" charset="0"/>
              </a:rPr>
              <a:t>and </a:t>
            </a:r>
            <a:r>
              <a:rPr lang="en-US" sz="3600" b="1" dirty="0">
                <a:effectLst>
                  <a:outerShdw blurRad="38100" dist="38100" dir="2700000" algn="tl">
                    <a:srgbClr val="000000">
                      <a:alpha val="43137"/>
                    </a:srgbClr>
                  </a:outerShdw>
                </a:effectLst>
                <a:latin typeface="Quicksand" panose="00000500000000000000" pitchFamily="2" charset="0"/>
              </a:rPr>
              <a:t>developer community support </a:t>
            </a:r>
            <a:r>
              <a:rPr lang="en-US" sz="3600" dirty="0">
                <a:latin typeface="Quicksand" panose="00000500000000000000" pitchFamily="2" charset="0"/>
              </a:rPr>
              <a:t>available on Internet.</a:t>
            </a: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5</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3882128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Where it is used? </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a:xfrm>
            <a:off x="818712" y="2446215"/>
            <a:ext cx="10554574" cy="4123312"/>
          </a:xfrm>
        </p:spPr>
        <p:txBody>
          <a:bodyPr>
            <a:normAutofit fontScale="92500" lnSpcReduction="10000"/>
          </a:bodyPr>
          <a:lstStyle/>
          <a:p>
            <a:pPr algn="l"/>
            <a:r>
              <a:rPr lang="en-US" sz="2400" b="0" i="0" dirty="0">
                <a:effectLst/>
                <a:latin typeface="Quicksand" panose="00000500000000000000" pitchFamily="2" charset="0"/>
              </a:rPr>
              <a:t>According to Sun, 3 billion devices run java. </a:t>
            </a:r>
          </a:p>
          <a:p>
            <a:pPr algn="l"/>
            <a:r>
              <a:rPr lang="en-US" sz="2400" b="0" i="0" dirty="0">
                <a:effectLst/>
                <a:latin typeface="Quicksand" panose="00000500000000000000" pitchFamily="2" charset="0"/>
              </a:rPr>
              <a:t>There are many devices where java is currently used. Some of them are as follows: </a:t>
            </a:r>
          </a:p>
          <a:p>
            <a:pPr lvl="1"/>
            <a:r>
              <a:rPr lang="en-US" sz="1800" b="0" i="0" dirty="0">
                <a:effectLst/>
                <a:latin typeface="Quicksand" panose="00000500000000000000" pitchFamily="2" charset="0"/>
              </a:rPr>
              <a:t>Desktop Applications such as acrobat reader, media player, antivirus etc. </a:t>
            </a:r>
            <a:endParaRPr lang="en-US" sz="1800" dirty="0">
              <a:latin typeface="Quicksand" panose="00000500000000000000" pitchFamily="2" charset="0"/>
            </a:endParaRPr>
          </a:p>
          <a:p>
            <a:pPr lvl="1"/>
            <a:r>
              <a:rPr lang="en-US" sz="1800" b="0" i="0" dirty="0">
                <a:effectLst/>
                <a:latin typeface="Quicksand" panose="00000500000000000000" pitchFamily="2" charset="0"/>
              </a:rPr>
              <a:t>Web Applications such as irctc.co.in, javatpoint.com etc.</a:t>
            </a:r>
          </a:p>
          <a:p>
            <a:pPr lvl="1"/>
            <a:r>
              <a:rPr lang="en-US" sz="1800" b="0" i="0" dirty="0">
                <a:effectLst/>
                <a:latin typeface="Quicksand" panose="00000500000000000000" pitchFamily="2" charset="0"/>
              </a:rPr>
              <a:t>Enterprise Applications such as banking applications. </a:t>
            </a:r>
            <a:endParaRPr lang="en-US" sz="1800" dirty="0">
              <a:latin typeface="Quicksand" panose="00000500000000000000" pitchFamily="2" charset="0"/>
            </a:endParaRPr>
          </a:p>
          <a:p>
            <a:pPr lvl="1"/>
            <a:r>
              <a:rPr lang="en-US" sz="1800" b="0" i="0" dirty="0">
                <a:effectLst/>
                <a:latin typeface="Quicksand" panose="00000500000000000000" pitchFamily="2" charset="0"/>
              </a:rPr>
              <a:t>Mobile </a:t>
            </a:r>
          </a:p>
          <a:p>
            <a:pPr lvl="1"/>
            <a:r>
              <a:rPr lang="en-US" sz="1800" b="0" i="0" dirty="0">
                <a:effectLst/>
                <a:latin typeface="Quicksand" panose="00000500000000000000" pitchFamily="2" charset="0"/>
              </a:rPr>
              <a:t>Embedded System </a:t>
            </a:r>
          </a:p>
          <a:p>
            <a:pPr lvl="1"/>
            <a:r>
              <a:rPr lang="en-US" sz="1800" b="0" i="0" dirty="0">
                <a:effectLst/>
                <a:latin typeface="Quicksand" panose="00000500000000000000" pitchFamily="2" charset="0"/>
              </a:rPr>
              <a:t>Smart Card </a:t>
            </a:r>
          </a:p>
          <a:p>
            <a:pPr lvl="1"/>
            <a:r>
              <a:rPr lang="en-US" sz="1800" b="0" i="0" dirty="0">
                <a:effectLst/>
                <a:latin typeface="Quicksand" panose="00000500000000000000" pitchFamily="2" charset="0"/>
              </a:rPr>
              <a:t>Robotics </a:t>
            </a:r>
          </a:p>
          <a:p>
            <a:pPr lvl="1"/>
            <a:r>
              <a:rPr lang="en-US" sz="1800" b="0" i="0" dirty="0">
                <a:effectLst/>
                <a:latin typeface="Quicksand" panose="00000500000000000000" pitchFamily="2" charset="0"/>
              </a:rPr>
              <a:t>Games … </a:t>
            </a:r>
            <a:r>
              <a:rPr lang="en-US" sz="1800" b="0" i="0" dirty="0" err="1">
                <a:effectLst/>
                <a:latin typeface="Quicksand" panose="00000500000000000000" pitchFamily="2" charset="0"/>
              </a:rPr>
              <a:t>etc</a:t>
            </a:r>
            <a:endParaRPr lang="en-US" sz="1800" b="0" i="0" dirty="0">
              <a:effectLst/>
              <a:latin typeface="Quicksand" panose="00000500000000000000" pitchFamily="2" charset="0"/>
            </a:endParaRP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6</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2776456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Where it is used? </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a:xfrm>
            <a:off x="818712" y="2446215"/>
            <a:ext cx="10554574" cy="4123312"/>
          </a:xfrm>
        </p:spPr>
        <p:txBody>
          <a:bodyPr>
            <a:normAutofit fontScale="92500" lnSpcReduction="10000"/>
          </a:bodyPr>
          <a:lstStyle/>
          <a:p>
            <a:pPr algn="l"/>
            <a:r>
              <a:rPr lang="en-US" sz="2400" b="0" i="0" dirty="0">
                <a:effectLst/>
                <a:latin typeface="Quicksand" panose="00000500000000000000" pitchFamily="2" charset="0"/>
              </a:rPr>
              <a:t>According to Sun, 3 billion devices run java. </a:t>
            </a:r>
          </a:p>
          <a:p>
            <a:pPr algn="l"/>
            <a:r>
              <a:rPr lang="en-US" sz="2400" b="0" i="0" dirty="0">
                <a:effectLst/>
                <a:latin typeface="Quicksand" panose="00000500000000000000" pitchFamily="2" charset="0"/>
              </a:rPr>
              <a:t>There are many devices where java is currently used. Some of them are as follows: </a:t>
            </a:r>
          </a:p>
          <a:p>
            <a:pPr lvl="1"/>
            <a:r>
              <a:rPr lang="en-US" sz="1800" b="0" i="0" dirty="0">
                <a:effectLst/>
                <a:latin typeface="Quicksand" panose="00000500000000000000" pitchFamily="2" charset="0"/>
              </a:rPr>
              <a:t>Desktop Applications such as acrobat reader, media player, antivirus etc. </a:t>
            </a:r>
            <a:endParaRPr lang="en-US" sz="1800" dirty="0">
              <a:latin typeface="Quicksand" panose="00000500000000000000" pitchFamily="2" charset="0"/>
            </a:endParaRPr>
          </a:p>
          <a:p>
            <a:pPr lvl="1"/>
            <a:r>
              <a:rPr lang="en-US" sz="1800" b="0" i="0" dirty="0">
                <a:effectLst/>
                <a:latin typeface="Quicksand" panose="00000500000000000000" pitchFamily="2" charset="0"/>
              </a:rPr>
              <a:t>Web Applications such as irctc.co.in, javatpoint.com etc.</a:t>
            </a:r>
          </a:p>
          <a:p>
            <a:pPr lvl="1"/>
            <a:r>
              <a:rPr lang="en-US" sz="1800" b="0" i="0" dirty="0">
                <a:effectLst/>
                <a:latin typeface="Quicksand" panose="00000500000000000000" pitchFamily="2" charset="0"/>
              </a:rPr>
              <a:t>Enterprise Applications such as banking applications. </a:t>
            </a:r>
            <a:endParaRPr lang="en-US" sz="1800" dirty="0">
              <a:latin typeface="Quicksand" panose="00000500000000000000" pitchFamily="2" charset="0"/>
            </a:endParaRPr>
          </a:p>
          <a:p>
            <a:pPr lvl="1"/>
            <a:r>
              <a:rPr lang="en-US" sz="1800" b="0" i="0" dirty="0">
                <a:effectLst/>
                <a:latin typeface="Quicksand" panose="00000500000000000000" pitchFamily="2" charset="0"/>
              </a:rPr>
              <a:t>Mobile </a:t>
            </a:r>
          </a:p>
          <a:p>
            <a:pPr lvl="1"/>
            <a:r>
              <a:rPr lang="en-US" sz="1800" b="0" i="0" dirty="0">
                <a:effectLst/>
                <a:latin typeface="Quicksand" panose="00000500000000000000" pitchFamily="2" charset="0"/>
              </a:rPr>
              <a:t>Embedded System </a:t>
            </a:r>
          </a:p>
          <a:p>
            <a:pPr lvl="1"/>
            <a:r>
              <a:rPr lang="en-US" sz="1800" b="0" i="0" dirty="0">
                <a:effectLst/>
                <a:latin typeface="Quicksand" panose="00000500000000000000" pitchFamily="2" charset="0"/>
              </a:rPr>
              <a:t>Smart Card </a:t>
            </a:r>
          </a:p>
          <a:p>
            <a:pPr lvl="1"/>
            <a:r>
              <a:rPr lang="en-US" sz="1800" b="0" i="0" dirty="0">
                <a:effectLst/>
                <a:latin typeface="Quicksand" panose="00000500000000000000" pitchFamily="2" charset="0"/>
              </a:rPr>
              <a:t>Robotics </a:t>
            </a:r>
          </a:p>
          <a:p>
            <a:pPr lvl="1"/>
            <a:r>
              <a:rPr lang="en-US" sz="1800" b="0" i="0" dirty="0">
                <a:effectLst/>
                <a:latin typeface="Quicksand" panose="00000500000000000000" pitchFamily="2" charset="0"/>
              </a:rPr>
              <a:t>Games … </a:t>
            </a:r>
            <a:r>
              <a:rPr lang="en-US" sz="1800" b="0" i="0" dirty="0" err="1">
                <a:effectLst/>
                <a:latin typeface="Quicksand" panose="00000500000000000000" pitchFamily="2" charset="0"/>
              </a:rPr>
              <a:t>etc</a:t>
            </a:r>
            <a:endParaRPr lang="en-US" sz="1800" b="0" i="0" dirty="0">
              <a:effectLst/>
              <a:latin typeface="Quicksand" panose="00000500000000000000" pitchFamily="2" charset="0"/>
            </a:endParaRP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7</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658940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FEATURES OF JAVA</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a:xfrm>
            <a:off x="818712" y="2222287"/>
            <a:ext cx="10554574" cy="4184200"/>
          </a:xfrm>
        </p:spPr>
        <p:txBody>
          <a:bodyPr>
            <a:normAutofit fontScale="70000" lnSpcReduction="20000"/>
          </a:bodyPr>
          <a:lstStyle/>
          <a:p>
            <a:pPr algn="just"/>
            <a:r>
              <a:rPr lang="en-US" sz="2800" b="0" i="0" dirty="0">
                <a:effectLst/>
                <a:latin typeface="Quicksand" panose="00000500000000000000" pitchFamily="2" charset="0"/>
              </a:rPr>
              <a:t>Simple </a:t>
            </a:r>
          </a:p>
          <a:p>
            <a:pPr algn="just"/>
            <a:r>
              <a:rPr lang="en-US" sz="2800" b="0" i="0" dirty="0">
                <a:effectLst/>
                <a:latin typeface="Quicksand" panose="00000500000000000000" pitchFamily="2" charset="0"/>
              </a:rPr>
              <a:t>Dynamic </a:t>
            </a:r>
          </a:p>
          <a:p>
            <a:pPr algn="just"/>
            <a:r>
              <a:rPr lang="en-US" sz="2800" b="0" i="0" dirty="0">
                <a:effectLst/>
                <a:latin typeface="Quicksand" panose="00000500000000000000" pitchFamily="2" charset="0"/>
              </a:rPr>
              <a:t>Secured</a:t>
            </a:r>
          </a:p>
          <a:p>
            <a:pPr algn="just"/>
            <a:r>
              <a:rPr lang="en-US" sz="2800" b="0" i="0" dirty="0">
                <a:effectLst/>
                <a:latin typeface="Quicksand" panose="00000500000000000000" pitchFamily="2" charset="0"/>
              </a:rPr>
              <a:t>Robust</a:t>
            </a:r>
          </a:p>
          <a:p>
            <a:pPr algn="just"/>
            <a:r>
              <a:rPr lang="en-US" sz="2800" b="0" i="0" dirty="0">
                <a:effectLst/>
                <a:latin typeface="Quicksand" panose="00000500000000000000" pitchFamily="2" charset="0"/>
              </a:rPr>
              <a:t>Object Oriented</a:t>
            </a:r>
          </a:p>
          <a:p>
            <a:pPr algn="just"/>
            <a:r>
              <a:rPr lang="en-US" sz="2800" b="0" i="0" dirty="0">
                <a:effectLst/>
                <a:latin typeface="Quicksand" panose="00000500000000000000" pitchFamily="2" charset="0"/>
              </a:rPr>
              <a:t>Distributed </a:t>
            </a:r>
          </a:p>
          <a:p>
            <a:pPr algn="just"/>
            <a:r>
              <a:rPr lang="en-US" sz="2800" b="0" i="0" dirty="0">
                <a:effectLst/>
                <a:latin typeface="Quicksand" panose="00000500000000000000" pitchFamily="2" charset="0"/>
              </a:rPr>
              <a:t>Architectural Neutral</a:t>
            </a:r>
          </a:p>
          <a:p>
            <a:pPr algn="just"/>
            <a:r>
              <a:rPr lang="en-US" sz="2800" b="0" i="0" dirty="0">
                <a:effectLst/>
                <a:latin typeface="Quicksand" panose="00000500000000000000" pitchFamily="2" charset="0"/>
              </a:rPr>
              <a:t>Platform Independent</a:t>
            </a:r>
          </a:p>
          <a:p>
            <a:pPr algn="just"/>
            <a:r>
              <a:rPr lang="en-US" sz="2800" b="0" i="0" dirty="0">
                <a:effectLst/>
                <a:latin typeface="Quicksand" panose="00000500000000000000" pitchFamily="2" charset="0"/>
              </a:rPr>
              <a:t>Multi-threading</a:t>
            </a:r>
          </a:p>
          <a:p>
            <a:pPr algn="just"/>
            <a:r>
              <a:rPr lang="en-US" sz="2800" b="0" i="0" dirty="0">
                <a:effectLst/>
                <a:latin typeface="Quicksand" panose="00000500000000000000" pitchFamily="2" charset="0"/>
              </a:rPr>
              <a:t>High performance</a:t>
            </a:r>
          </a:p>
          <a:p>
            <a:pPr algn="just"/>
            <a:r>
              <a:rPr lang="en-US" sz="2800" b="0" i="0" dirty="0">
                <a:effectLst/>
                <a:latin typeface="Quicksand" panose="00000500000000000000" pitchFamily="2" charset="0"/>
              </a:rPr>
              <a:t>Interpreted</a:t>
            </a: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8</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graphicFrame>
        <p:nvGraphicFramePr>
          <p:cNvPr id="4" name="Diagram 3">
            <a:extLst>
              <a:ext uri="{FF2B5EF4-FFF2-40B4-BE49-F238E27FC236}">
                <a16:creationId xmlns:a16="http://schemas.microsoft.com/office/drawing/2014/main" id="{83899921-A4B5-429E-A729-E0C92E70EF9C}"/>
              </a:ext>
            </a:extLst>
          </p:cNvPr>
          <p:cNvGraphicFramePr/>
          <p:nvPr>
            <p:extLst>
              <p:ext uri="{D42A27DB-BD31-4B8C-83A1-F6EECF244321}">
                <p14:modId xmlns:p14="http://schemas.microsoft.com/office/powerpoint/2010/main" val="2141757817"/>
              </p:ext>
            </p:extLst>
          </p:nvPr>
        </p:nvGraphicFramePr>
        <p:xfrm>
          <a:off x="4491068" y="2298022"/>
          <a:ext cx="6882218" cy="36178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395FAAC7-656B-4B69-A9AB-9DB579381AA4}"/>
              </a:ext>
            </a:extLst>
          </p:cNvPr>
          <p:cNvSpPr txBox="1"/>
          <p:nvPr/>
        </p:nvSpPr>
        <p:spPr>
          <a:xfrm>
            <a:off x="6649614" y="6161187"/>
            <a:ext cx="2635658" cy="369332"/>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GB" b="1" dirty="0">
                <a:effectLst>
                  <a:outerShdw blurRad="38100" dist="38100" dir="2700000" algn="tl">
                    <a:srgbClr val="000000">
                      <a:alpha val="43137"/>
                    </a:srgbClr>
                  </a:outerShdw>
                </a:effectLst>
                <a:latin typeface="Quicksand" panose="00000500000000000000" pitchFamily="2" charset="0"/>
              </a:rPr>
              <a:t>Figure 1: Java Features</a:t>
            </a:r>
            <a:endParaRPr lang="en-US" b="1" dirty="0">
              <a:effectLst>
                <a:outerShdw blurRad="38100" dist="38100" dir="2700000" algn="tl">
                  <a:srgbClr val="000000">
                    <a:alpha val="43137"/>
                  </a:srgbClr>
                </a:outerShdw>
              </a:effectLst>
              <a:latin typeface="Quicksand" panose="00000500000000000000" pitchFamily="2" charset="0"/>
            </a:endParaRPr>
          </a:p>
        </p:txBody>
      </p:sp>
    </p:spTree>
    <p:extLst>
      <p:ext uri="{BB962C8B-B14F-4D97-AF65-F5344CB8AC3E}">
        <p14:creationId xmlns:p14="http://schemas.microsoft.com/office/powerpoint/2010/main" val="3729136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Features of Java - Simple</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a:xfrm>
            <a:off x="818712" y="2446215"/>
            <a:ext cx="10554574" cy="4123312"/>
          </a:xfrm>
        </p:spPr>
        <p:txBody>
          <a:bodyPr>
            <a:normAutofit/>
          </a:bodyPr>
          <a:lstStyle/>
          <a:p>
            <a:pPr algn="l"/>
            <a:r>
              <a:rPr lang="en-US" sz="2400" b="0" i="0" dirty="0">
                <a:effectLst/>
                <a:latin typeface="Quicksand" panose="00000500000000000000" pitchFamily="2" charset="0"/>
              </a:rPr>
              <a:t>According to Sun, Java language is simple because: </a:t>
            </a:r>
          </a:p>
          <a:p>
            <a:pPr lvl="1"/>
            <a:r>
              <a:rPr lang="en-US" sz="2200" b="0" i="0" dirty="0">
                <a:effectLst/>
                <a:latin typeface="Quicksand" panose="00000500000000000000" pitchFamily="2" charset="0"/>
              </a:rPr>
              <a:t>Syntax is based on C++ (so easier for programmers to learn it after C++). </a:t>
            </a:r>
          </a:p>
          <a:p>
            <a:pPr lvl="1"/>
            <a:r>
              <a:rPr lang="en-US" sz="2200" b="0" i="0" dirty="0">
                <a:effectLst/>
                <a:latin typeface="Quicksand" panose="00000500000000000000" pitchFamily="2" charset="0"/>
              </a:rPr>
              <a:t>Removed many confusing and/or rarely-used features e.g., explicit pointers, operator overloading etc. </a:t>
            </a:r>
            <a:endParaRPr lang="en-US" sz="2200" dirty="0">
              <a:latin typeface="Quicksand" panose="00000500000000000000" pitchFamily="2" charset="0"/>
            </a:endParaRPr>
          </a:p>
          <a:p>
            <a:pPr lvl="1"/>
            <a:r>
              <a:rPr lang="en-US" sz="2200" b="0" i="0" dirty="0">
                <a:effectLst/>
                <a:latin typeface="Quicksand" panose="00000500000000000000" pitchFamily="2" charset="0"/>
              </a:rPr>
              <a:t>No need to remove unreferenced objects because there is Automatic Garbage Collection in java. </a:t>
            </a:r>
            <a:endParaRPr lang="en-US" sz="2200" dirty="0">
              <a:latin typeface="Quicksand" panose="00000500000000000000" pitchFamily="2" charset="0"/>
            </a:endParaRPr>
          </a:p>
          <a:p>
            <a:pPr lvl="1"/>
            <a:r>
              <a:rPr lang="en-US" sz="2200" b="0" i="0" dirty="0">
                <a:effectLst/>
                <a:latin typeface="Quicksand" panose="00000500000000000000" pitchFamily="2" charset="0"/>
              </a:rPr>
              <a:t>And also removed many other confusing and/or rarely used features like explicit pointer, operator overloading etc.</a:t>
            </a:r>
            <a:endParaRPr lang="en-US" b="0" i="0" dirty="0">
              <a:effectLst/>
              <a:latin typeface="Quicksand" panose="00000500000000000000" pitchFamily="2" charset="0"/>
            </a:endParaRP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9</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265952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Features of Java - OOP</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a:xfrm>
            <a:off x="818712" y="2103498"/>
            <a:ext cx="10554574" cy="4123312"/>
          </a:xfrm>
        </p:spPr>
        <p:txBody>
          <a:bodyPr>
            <a:normAutofit/>
          </a:bodyPr>
          <a:lstStyle/>
          <a:p>
            <a:pPr algn="l"/>
            <a:r>
              <a:rPr lang="en-US" sz="2400" b="0" i="0" dirty="0">
                <a:effectLst/>
                <a:latin typeface="Quicksand" panose="00000500000000000000" pitchFamily="2" charset="0"/>
              </a:rPr>
              <a:t>Object-oriented means we organize our software as a combination of different types of objects that incorporates both data and behavior. </a:t>
            </a:r>
          </a:p>
          <a:p>
            <a:pPr algn="l"/>
            <a:r>
              <a:rPr lang="en-US" sz="2400" b="0" i="0" dirty="0">
                <a:effectLst/>
                <a:latin typeface="Quicksand" panose="00000500000000000000" pitchFamily="2" charset="0"/>
              </a:rPr>
              <a:t>Object-oriented programming(OOPs) is a methodology that simplify software development and maintenance by providing some rules. • Basic concepts of OOPs are: </a:t>
            </a:r>
          </a:p>
          <a:p>
            <a:pPr algn="l"/>
            <a:r>
              <a:rPr lang="en-US" sz="2400" b="0" i="0" dirty="0">
                <a:effectLst/>
                <a:latin typeface="Quicksand" panose="00000500000000000000" pitchFamily="2" charset="0"/>
              </a:rPr>
              <a:t>• Object • Class • Inheritance • Polymorphism • Abstraction… and others.</a:t>
            </a:r>
            <a:endParaRPr lang="en-US" b="0" i="0" dirty="0">
              <a:effectLst/>
              <a:latin typeface="Quicksand" panose="00000500000000000000" pitchFamily="2" charset="0"/>
            </a:endParaRP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10</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740276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Features of Java – Platform Independent</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a:xfrm>
            <a:off x="818712" y="2103498"/>
            <a:ext cx="10554574" cy="4123312"/>
          </a:xfrm>
        </p:spPr>
        <p:txBody>
          <a:bodyPr>
            <a:normAutofit/>
          </a:bodyPr>
          <a:lstStyle/>
          <a:p>
            <a:pPr algn="l"/>
            <a:r>
              <a:rPr lang="en-US" sz="2400" b="0" i="0" dirty="0">
                <a:effectLst/>
                <a:latin typeface="Quicksand" panose="00000500000000000000" pitchFamily="2" charset="0"/>
              </a:rPr>
              <a:t>A platform is the hardware or software environment in which a program runs. </a:t>
            </a:r>
            <a:endParaRPr lang="en-US" sz="2400" dirty="0">
              <a:latin typeface="Quicksand" panose="00000500000000000000" pitchFamily="2" charset="0"/>
            </a:endParaRPr>
          </a:p>
          <a:p>
            <a:pPr algn="l"/>
            <a:r>
              <a:rPr lang="en-US" sz="2400" b="0" i="0" dirty="0">
                <a:effectLst/>
                <a:latin typeface="Quicksand" panose="00000500000000000000" pitchFamily="2" charset="0"/>
              </a:rPr>
              <a:t>There are two types of platforms software-based and hardware-based. Java provides software-based platform. </a:t>
            </a:r>
          </a:p>
          <a:p>
            <a:pPr algn="l"/>
            <a:r>
              <a:rPr lang="en-US" sz="2400" b="0" i="0" dirty="0">
                <a:effectLst/>
                <a:latin typeface="Quicksand" panose="00000500000000000000" pitchFamily="2" charset="0"/>
              </a:rPr>
              <a:t>The Java platform differs from most other platforms in the sense that it is a software-based platform that runs on the top of other hardware-based platforms. It has two components: </a:t>
            </a:r>
          </a:p>
          <a:p>
            <a:pPr lvl="1"/>
            <a:r>
              <a:rPr lang="en-US" sz="2200" b="0" i="0" dirty="0">
                <a:effectLst/>
                <a:latin typeface="Quicksand" panose="00000500000000000000" pitchFamily="2" charset="0"/>
              </a:rPr>
              <a:t>Runtime Environment </a:t>
            </a:r>
          </a:p>
          <a:p>
            <a:pPr lvl="1"/>
            <a:r>
              <a:rPr lang="en-US" sz="2200" b="0" i="0" dirty="0">
                <a:effectLst/>
                <a:latin typeface="Quicksand" panose="00000500000000000000" pitchFamily="2" charset="0"/>
              </a:rPr>
              <a:t>API(Application Programming Interface) .</a:t>
            </a:r>
            <a:endParaRPr lang="en-US" b="0" i="0" dirty="0">
              <a:effectLst/>
              <a:latin typeface="Quicksand" panose="00000500000000000000" pitchFamily="2" charset="0"/>
            </a:endParaRP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11</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351305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dirty="0"/>
              <a:t>Features of Java – Platform Independent</a:t>
            </a:r>
          </a:p>
        </p:txBody>
      </p:sp>
      <p:sp>
        <p:nvSpPr>
          <p:cNvPr id="3" name="Content Placeholder 2">
            <a:extLst>
              <a:ext uri="{FF2B5EF4-FFF2-40B4-BE49-F238E27FC236}">
                <a16:creationId xmlns:a16="http://schemas.microsoft.com/office/drawing/2014/main" id="{2AD77F1F-8D6E-4879-856A-F5EA1CFEE98B}"/>
              </a:ext>
            </a:extLst>
          </p:cNvPr>
          <p:cNvSpPr>
            <a:spLocks noGrp="1"/>
          </p:cNvSpPr>
          <p:nvPr>
            <p:ph idx="1"/>
          </p:nvPr>
        </p:nvSpPr>
        <p:spPr>
          <a:xfrm>
            <a:off x="818712" y="2103498"/>
            <a:ext cx="10554574" cy="4123312"/>
          </a:xfrm>
        </p:spPr>
        <p:txBody>
          <a:bodyPr>
            <a:normAutofit fontScale="92500" lnSpcReduction="10000"/>
          </a:bodyPr>
          <a:lstStyle/>
          <a:p>
            <a:pPr algn="l"/>
            <a:r>
              <a:rPr lang="en-US" sz="2400" b="0" i="0" dirty="0">
                <a:effectLst/>
                <a:latin typeface="Quicksand" panose="00000500000000000000" pitchFamily="2" charset="0"/>
              </a:rPr>
              <a:t>Java code can be run on multiple platforms e.g. Windows, Linux, Sun Solaris, Mac/OS etc. Java code is compiled by the compiler and converted into bytecode.</a:t>
            </a:r>
          </a:p>
          <a:p>
            <a:pPr algn="l"/>
            <a:r>
              <a:rPr lang="en-US" sz="2400" b="0" i="0" dirty="0">
                <a:effectLst/>
                <a:latin typeface="Quicksand" panose="00000500000000000000" pitchFamily="2" charset="0"/>
              </a:rPr>
              <a:t>This bytecode is a platform-independent code because it can be run on multiple platforms i.e. Write Once and Run Anywhere(WORA). </a:t>
            </a:r>
            <a:endParaRPr lang="en-US" sz="2400" dirty="0">
              <a:latin typeface="Quicksand" panose="00000500000000000000" pitchFamily="2" charset="0"/>
            </a:endParaRPr>
          </a:p>
          <a:p>
            <a:pPr algn="just"/>
            <a:r>
              <a:rPr lang="en-US" sz="2400" b="0" i="0" dirty="0">
                <a:effectLst/>
                <a:latin typeface="Quicksand" panose="00000500000000000000" pitchFamily="2" charset="0"/>
              </a:rPr>
              <a:t>Java solves the problem of platform-independence by using byte code. The Java compiler does not produce native executable code for a particular machine like a C compiler does. Instead it produces a special format called byte code. Java byte code written in hexadecimal, byte by byte, looks like this: </a:t>
            </a:r>
          </a:p>
          <a:p>
            <a:pPr marL="0" indent="0" algn="ctr">
              <a:buNone/>
            </a:pPr>
            <a:r>
              <a:rPr lang="en-US" sz="2400" b="0" i="0" dirty="0">
                <a:effectLst/>
                <a:latin typeface="Quicksand" panose="00000500000000000000" pitchFamily="2" charset="0"/>
              </a:rPr>
              <a:t>	CA FE BA BE 00 03 00 2D 00 3E 08 00 3B 08 00 01 08 00 20</a:t>
            </a:r>
            <a:endParaRPr lang="en-US" b="0" i="0" dirty="0">
              <a:effectLst/>
              <a:latin typeface="Quicksand" panose="00000500000000000000" pitchFamily="2" charset="0"/>
            </a:endParaRP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12</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Tree>
    <p:extLst>
      <p:ext uri="{BB962C8B-B14F-4D97-AF65-F5344CB8AC3E}">
        <p14:creationId xmlns:p14="http://schemas.microsoft.com/office/powerpoint/2010/main" val="1262336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a:xfrm>
            <a:off x="540327" y="447188"/>
            <a:ext cx="10841671" cy="970450"/>
          </a:xfrm>
        </p:spPr>
        <p:txBody>
          <a:bodyPr/>
          <a:lstStyle/>
          <a:p>
            <a:pPr algn="ctr"/>
            <a:r>
              <a:rPr lang="en-GB" sz="3600"/>
              <a:t>Features of Java – Platform Independent</a:t>
            </a:r>
            <a:endParaRPr lang="en-GB" sz="3600" dirty="0"/>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13</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
        <p:nvSpPr>
          <p:cNvPr id="9" name="TextBox 8">
            <a:extLst>
              <a:ext uri="{FF2B5EF4-FFF2-40B4-BE49-F238E27FC236}">
                <a16:creationId xmlns:a16="http://schemas.microsoft.com/office/drawing/2014/main" id="{5667D226-3A0E-41DA-BE5F-4720826EE635}"/>
              </a:ext>
            </a:extLst>
          </p:cNvPr>
          <p:cNvSpPr txBox="1"/>
          <p:nvPr/>
        </p:nvSpPr>
        <p:spPr>
          <a:xfrm>
            <a:off x="4152256" y="5731222"/>
            <a:ext cx="4285147" cy="369332"/>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GB" b="1" dirty="0">
                <a:effectLst>
                  <a:outerShdw blurRad="38100" dist="38100" dir="2700000" algn="tl">
                    <a:srgbClr val="000000">
                      <a:alpha val="43137"/>
                    </a:srgbClr>
                  </a:outerShdw>
                </a:effectLst>
                <a:latin typeface="Quicksand" panose="00000500000000000000" pitchFamily="2" charset="0"/>
              </a:rPr>
              <a:t>Figure 2 Java Platform Independence</a:t>
            </a:r>
            <a:endParaRPr lang="en-US" b="1" dirty="0">
              <a:effectLst>
                <a:outerShdw blurRad="38100" dist="38100" dir="2700000" algn="tl">
                  <a:srgbClr val="000000">
                    <a:alpha val="43137"/>
                  </a:srgbClr>
                </a:outerShdw>
              </a:effectLst>
              <a:latin typeface="Quicksand" panose="00000500000000000000" pitchFamily="2" charset="0"/>
            </a:endParaRPr>
          </a:p>
        </p:txBody>
      </p:sp>
      <p:pic>
        <p:nvPicPr>
          <p:cNvPr id="13" name="Picture 12">
            <a:extLst>
              <a:ext uri="{FF2B5EF4-FFF2-40B4-BE49-F238E27FC236}">
                <a16:creationId xmlns:a16="http://schemas.microsoft.com/office/drawing/2014/main" id="{EC02EAD3-B470-4EFB-83CB-1C9861D80099}"/>
              </a:ext>
            </a:extLst>
          </p:cNvPr>
          <p:cNvPicPr>
            <a:picLocks noChangeAspect="1"/>
          </p:cNvPicPr>
          <p:nvPr/>
        </p:nvPicPr>
        <p:blipFill rotWithShape="1">
          <a:blip r:embed="rId3">
            <a:extLst>
              <a:ext uri="{28A0092B-C50C-407E-A947-70E740481C1C}">
                <a14:useLocalDpi xmlns:a14="http://schemas.microsoft.com/office/drawing/2010/main" val="0"/>
              </a:ext>
            </a:extLst>
          </a:blip>
          <a:srcRect t="28761" b="21074"/>
          <a:stretch/>
        </p:blipFill>
        <p:spPr>
          <a:xfrm>
            <a:off x="1232059" y="2711492"/>
            <a:ext cx="10038309" cy="27291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28606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D0136-398B-4297-85E4-EC74CC7B6E44}"/>
              </a:ext>
            </a:extLst>
          </p:cNvPr>
          <p:cNvSpPr>
            <a:spLocks noGrp="1"/>
          </p:cNvSpPr>
          <p:nvPr>
            <p:ph type="title"/>
          </p:nvPr>
        </p:nvSpPr>
        <p:spPr/>
        <p:txBody>
          <a:bodyPr/>
          <a:lstStyle/>
          <a:p>
            <a:pPr algn="ctr"/>
            <a:r>
              <a:rPr lang="en-GB" sz="3600" dirty="0"/>
              <a:t>Features of Java – Platform Independent</a:t>
            </a:r>
          </a:p>
        </p:txBody>
      </p:sp>
      <p:sp>
        <p:nvSpPr>
          <p:cNvPr id="5" name="Slide Number Placeholder 4">
            <a:extLst>
              <a:ext uri="{FF2B5EF4-FFF2-40B4-BE49-F238E27FC236}">
                <a16:creationId xmlns:a16="http://schemas.microsoft.com/office/drawing/2014/main" id="{02C0C3F9-EB35-432A-B251-2E4A4B3667B9}"/>
              </a:ext>
            </a:extLst>
          </p:cNvPr>
          <p:cNvSpPr>
            <a:spLocks noGrp="1"/>
          </p:cNvSpPr>
          <p:nvPr>
            <p:ph type="sldNum" sz="quarter" idx="12"/>
          </p:nvPr>
        </p:nvSpPr>
        <p:spPr/>
        <p:txBody>
          <a:bodyPr/>
          <a:lstStyle/>
          <a:p>
            <a:fld id="{EBA87A3F-1EEA-4FD3-8D97-9A4D6B219299}" type="slidenum">
              <a:rPr lang="en-US" smtClean="0"/>
              <a:t>14</a:t>
            </a:fld>
            <a:endParaRPr lang="en-US"/>
          </a:p>
        </p:txBody>
      </p:sp>
      <p:pic>
        <p:nvPicPr>
          <p:cNvPr id="6" name="Picture 5">
            <a:extLst>
              <a:ext uri="{FF2B5EF4-FFF2-40B4-BE49-F238E27FC236}">
                <a16:creationId xmlns:a16="http://schemas.microsoft.com/office/drawing/2014/main" id="{24F23C31-019A-4BB7-B474-54A19E44F25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sp>
        <p:nvSpPr>
          <p:cNvPr id="8" name="TextBox 7">
            <a:extLst>
              <a:ext uri="{FF2B5EF4-FFF2-40B4-BE49-F238E27FC236}">
                <a16:creationId xmlns:a16="http://schemas.microsoft.com/office/drawing/2014/main" id="{49DBF638-8387-4A00-BC0C-97074CE56A8E}"/>
              </a:ext>
            </a:extLst>
          </p:cNvPr>
          <p:cNvSpPr txBox="1"/>
          <p:nvPr/>
        </p:nvSpPr>
        <p:spPr>
          <a:xfrm>
            <a:off x="4646295" y="5514761"/>
            <a:ext cx="3706464" cy="369332"/>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rtlCol="0">
            <a:spAutoFit/>
          </a:bodyPr>
          <a:lstStyle/>
          <a:p>
            <a:r>
              <a:rPr lang="en-GB" b="1" dirty="0">
                <a:effectLst>
                  <a:outerShdw blurRad="38100" dist="38100" dir="2700000" algn="tl">
                    <a:srgbClr val="000000">
                      <a:alpha val="43137"/>
                    </a:srgbClr>
                  </a:outerShdw>
                </a:effectLst>
                <a:latin typeface="Quicksand" panose="00000500000000000000" pitchFamily="2" charset="0"/>
              </a:rPr>
              <a:t>Figure 4:  Platform independence</a:t>
            </a:r>
            <a:endParaRPr lang="en-US" b="1" dirty="0">
              <a:effectLst>
                <a:outerShdw blurRad="38100" dist="38100" dir="2700000" algn="tl">
                  <a:srgbClr val="000000">
                    <a:alpha val="43137"/>
                  </a:srgbClr>
                </a:outerShdw>
              </a:effectLst>
              <a:latin typeface="Quicksand" panose="00000500000000000000" pitchFamily="2" charset="0"/>
            </a:endParaRPr>
          </a:p>
        </p:txBody>
      </p:sp>
      <p:pic>
        <p:nvPicPr>
          <p:cNvPr id="11" name="Content Placeholder 10">
            <a:extLst>
              <a:ext uri="{FF2B5EF4-FFF2-40B4-BE49-F238E27FC236}">
                <a16:creationId xmlns:a16="http://schemas.microsoft.com/office/drawing/2014/main" id="{319AD133-67AB-4195-A142-40DA76B4AFB8}"/>
              </a:ext>
            </a:extLst>
          </p:cNvPr>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t="22466" b="21307"/>
          <a:stretch/>
        </p:blipFill>
        <p:spPr>
          <a:xfrm>
            <a:off x="1941343" y="2546252"/>
            <a:ext cx="9267050" cy="26728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07709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2B6ECE1-06C5-4887-9328-9E4322FE202B}"/>
              </a:ext>
            </a:extLst>
          </p:cNvPr>
          <p:cNvSpPr>
            <a:spLocks noGrp="1"/>
          </p:cNvSpPr>
          <p:nvPr>
            <p:ph type="title"/>
          </p:nvPr>
        </p:nvSpPr>
        <p:spPr/>
        <p:txBody>
          <a:bodyPr/>
          <a:lstStyle/>
          <a:p>
            <a:pPr algn="ctr"/>
            <a:r>
              <a:rPr lang="en-GB" sz="4400" dirty="0"/>
              <a:t>Assignment</a:t>
            </a:r>
            <a:endParaRPr lang="en-US" sz="4400" dirty="0"/>
          </a:p>
        </p:txBody>
      </p:sp>
      <p:sp>
        <p:nvSpPr>
          <p:cNvPr id="9" name="Content Placeholder 8">
            <a:extLst>
              <a:ext uri="{FF2B5EF4-FFF2-40B4-BE49-F238E27FC236}">
                <a16:creationId xmlns:a16="http://schemas.microsoft.com/office/drawing/2014/main" id="{84C4D7E0-9B1A-419D-A401-05CB6A279680}"/>
              </a:ext>
            </a:extLst>
          </p:cNvPr>
          <p:cNvSpPr>
            <a:spLocks noGrp="1"/>
          </p:cNvSpPr>
          <p:nvPr>
            <p:ph idx="1"/>
          </p:nvPr>
        </p:nvSpPr>
        <p:spPr/>
        <p:txBody>
          <a:bodyPr/>
          <a:lstStyle/>
          <a:p>
            <a:pPr algn="just"/>
            <a:r>
              <a:rPr lang="en-US" sz="1800" b="1" dirty="0">
                <a:effectLst>
                  <a:outerShdw blurRad="38100" dist="38100" dir="2700000" algn="tl">
                    <a:srgbClr val="000000">
                      <a:alpha val="43137"/>
                    </a:srgbClr>
                  </a:outerShdw>
                </a:effectLst>
                <a:latin typeface="Quicksand" panose="00000500000000000000" pitchFamily="2" charset="0"/>
              </a:rPr>
              <a:t>Write short notes on the following Features of Java: </a:t>
            </a:r>
          </a:p>
          <a:p>
            <a:pPr lvl="1" algn="just"/>
            <a:r>
              <a:rPr lang="en-US" sz="1400" b="0" i="0" dirty="0">
                <a:effectLst/>
                <a:latin typeface="Quicksand" panose="00000500000000000000" pitchFamily="2" charset="0"/>
              </a:rPr>
              <a:t>Robust</a:t>
            </a:r>
          </a:p>
          <a:p>
            <a:pPr lvl="1" algn="just"/>
            <a:r>
              <a:rPr lang="en-US" sz="1400" b="0" i="0" dirty="0">
                <a:effectLst/>
                <a:latin typeface="Quicksand" panose="00000500000000000000" pitchFamily="2" charset="0"/>
              </a:rPr>
              <a:t>Distributed </a:t>
            </a:r>
          </a:p>
          <a:p>
            <a:pPr lvl="1" algn="just"/>
            <a:r>
              <a:rPr lang="en-US" sz="1400" b="0" i="0" dirty="0">
                <a:effectLst/>
                <a:latin typeface="Quicksand" panose="00000500000000000000" pitchFamily="2" charset="0"/>
              </a:rPr>
              <a:t>Architectural Neutral</a:t>
            </a:r>
          </a:p>
          <a:p>
            <a:pPr lvl="1" algn="just"/>
            <a:r>
              <a:rPr lang="en-US" sz="1400" b="0" i="0" dirty="0">
                <a:effectLst/>
                <a:latin typeface="Quicksand" panose="00000500000000000000" pitchFamily="2" charset="0"/>
              </a:rPr>
              <a:t>Multi-threading</a:t>
            </a:r>
          </a:p>
          <a:p>
            <a:pPr lvl="1" algn="just"/>
            <a:r>
              <a:rPr lang="en-US" sz="1400" b="0" i="0" dirty="0">
                <a:effectLst/>
                <a:latin typeface="Quicksand" panose="00000500000000000000" pitchFamily="2" charset="0"/>
              </a:rPr>
              <a:t>High performance</a:t>
            </a:r>
          </a:p>
          <a:p>
            <a:pPr lvl="1" algn="just"/>
            <a:r>
              <a:rPr lang="en-US" sz="1400" b="0" i="0" dirty="0">
                <a:effectLst/>
                <a:latin typeface="Quicksand" panose="00000500000000000000" pitchFamily="2" charset="0"/>
              </a:rPr>
              <a:t>Interpreted</a:t>
            </a:r>
          </a:p>
          <a:p>
            <a:pPr lvl="1" algn="just"/>
            <a:r>
              <a:rPr lang="en-US" sz="1600" b="0" i="0" dirty="0">
                <a:effectLst/>
                <a:latin typeface="Quicksand" panose="00000500000000000000" pitchFamily="2" charset="0"/>
              </a:rPr>
              <a:t>Dynamic</a:t>
            </a:r>
          </a:p>
          <a:p>
            <a:pPr indent="-285750" algn="just"/>
            <a:r>
              <a:rPr lang="en-US" b="1" dirty="0">
                <a:effectLst>
                  <a:outerShdw blurRad="38100" dist="38100" dir="2700000" algn="tl">
                    <a:srgbClr val="000000">
                      <a:alpha val="43137"/>
                    </a:srgbClr>
                  </a:outerShdw>
                </a:effectLst>
                <a:latin typeface="Quicksand" panose="00000500000000000000" pitchFamily="2" charset="0"/>
              </a:rPr>
              <a:t>Write short notes on the History of Java </a:t>
            </a:r>
          </a:p>
          <a:p>
            <a:pPr marL="457200" lvl="1" indent="0" algn="just">
              <a:buNone/>
            </a:pPr>
            <a:endParaRPr lang="en-US" dirty="0">
              <a:latin typeface="Quicksand" panose="00000500000000000000" pitchFamily="2" charset="0"/>
            </a:endParaRPr>
          </a:p>
          <a:p>
            <a:endParaRPr lang="en-US" dirty="0"/>
          </a:p>
        </p:txBody>
      </p:sp>
      <p:sp>
        <p:nvSpPr>
          <p:cNvPr id="4" name="Slide Number Placeholder 3">
            <a:extLst>
              <a:ext uri="{FF2B5EF4-FFF2-40B4-BE49-F238E27FC236}">
                <a16:creationId xmlns:a16="http://schemas.microsoft.com/office/drawing/2014/main" id="{FC702A19-2438-4364-8A5F-CF4199666F08}"/>
              </a:ext>
            </a:extLst>
          </p:cNvPr>
          <p:cNvSpPr>
            <a:spLocks noGrp="1"/>
          </p:cNvSpPr>
          <p:nvPr>
            <p:ph type="sldNum" sz="quarter" idx="12"/>
          </p:nvPr>
        </p:nvSpPr>
        <p:spPr/>
        <p:txBody>
          <a:bodyPr/>
          <a:lstStyle/>
          <a:p>
            <a:fld id="{EBA87A3F-1EEA-4FD3-8D97-9A4D6B219299}" type="slidenum">
              <a:rPr lang="en-US" smtClean="0"/>
              <a:t>15</a:t>
            </a:fld>
            <a:endParaRPr lang="en-US"/>
          </a:p>
        </p:txBody>
      </p:sp>
      <p:pic>
        <p:nvPicPr>
          <p:cNvPr id="11" name="Picture 10">
            <a:extLst>
              <a:ext uri="{FF2B5EF4-FFF2-40B4-BE49-F238E27FC236}">
                <a16:creationId xmlns:a16="http://schemas.microsoft.com/office/drawing/2014/main" id="{CA50E716-71C5-4F51-9788-738803E3B287}"/>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06444" y="5884093"/>
            <a:ext cx="712268" cy="685434"/>
          </a:xfrm>
          <a:prstGeom prst="rect">
            <a:avLst/>
          </a:prstGeom>
          <a:noFill/>
          <a:ln>
            <a:noFill/>
          </a:ln>
          <a:effectLst>
            <a:outerShdw blurRad="50800" dist="38100" dir="18900000" algn="bl" rotWithShape="0">
              <a:prstClr val="black">
                <a:alpha val="40000"/>
              </a:prstClr>
            </a:outerShdw>
          </a:effectLst>
        </p:spPr>
      </p:pic>
      <p:pic>
        <p:nvPicPr>
          <p:cNvPr id="13" name="Picture 12">
            <a:extLst>
              <a:ext uri="{FF2B5EF4-FFF2-40B4-BE49-F238E27FC236}">
                <a16:creationId xmlns:a16="http://schemas.microsoft.com/office/drawing/2014/main" id="{2CD83A98-C21E-41D1-950B-8727F28C98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761" y="2555542"/>
            <a:ext cx="3693398" cy="245980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1971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BFCAAE-A826-4B1B-9734-D169A757236F}"/>
              </a:ext>
            </a:extLst>
          </p:cNvPr>
          <p:cNvSpPr>
            <a:spLocks noGrp="1"/>
          </p:cNvSpPr>
          <p:nvPr>
            <p:ph type="title"/>
          </p:nvPr>
        </p:nvSpPr>
        <p:spPr>
          <a:xfrm>
            <a:off x="810000" y="4800600"/>
            <a:ext cx="10561418" cy="1346982"/>
          </a:xfrm>
        </p:spPr>
        <p:txBody>
          <a:bodyPr>
            <a:noAutofit/>
          </a:bodyPr>
          <a:lstStyle/>
          <a:p>
            <a:pPr algn="ctr"/>
            <a:r>
              <a:rPr lang="en-GB" sz="8800" b="1" dirty="0">
                <a:effectLst>
                  <a:outerShdw blurRad="38100" dist="38100" dir="2700000" algn="tl">
                    <a:srgbClr val="000000">
                      <a:alpha val="43137"/>
                    </a:srgbClr>
                  </a:outerShdw>
                </a:effectLst>
                <a:latin typeface="Blackadder ITC" panose="04020505051007020D02" pitchFamily="82" charset="0"/>
              </a:rPr>
              <a:t>~Cheers~</a:t>
            </a:r>
            <a:endParaRPr lang="en-US" sz="8800" b="1" dirty="0">
              <a:effectLst>
                <a:outerShdw blurRad="38100" dist="38100" dir="2700000" algn="tl">
                  <a:srgbClr val="000000">
                    <a:alpha val="43137"/>
                  </a:srgbClr>
                </a:outerShdw>
              </a:effectLst>
              <a:latin typeface="Blackadder ITC" panose="04020505051007020D02" pitchFamily="82" charset="0"/>
            </a:endParaRPr>
          </a:p>
        </p:txBody>
      </p:sp>
      <p:pic>
        <p:nvPicPr>
          <p:cNvPr id="10" name="Picture Placeholder 9">
            <a:extLst>
              <a:ext uri="{FF2B5EF4-FFF2-40B4-BE49-F238E27FC236}">
                <a16:creationId xmlns:a16="http://schemas.microsoft.com/office/drawing/2014/main" id="{C06BD94C-FA16-4FF2-A190-284490AE0AF3}"/>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15000" b="15000"/>
          <a:stretch>
            <a:fillRect/>
          </a:stretch>
        </p:blipFill>
        <p:spPr/>
      </p:pic>
      <p:sp>
        <p:nvSpPr>
          <p:cNvPr id="5" name="Slide Number Placeholder 4">
            <a:extLst>
              <a:ext uri="{FF2B5EF4-FFF2-40B4-BE49-F238E27FC236}">
                <a16:creationId xmlns:a16="http://schemas.microsoft.com/office/drawing/2014/main" id="{8079E1EE-A77B-4C78-B5DC-29FD8B8C2817}"/>
              </a:ext>
            </a:extLst>
          </p:cNvPr>
          <p:cNvSpPr>
            <a:spLocks noGrp="1"/>
          </p:cNvSpPr>
          <p:nvPr>
            <p:ph type="sldNum" sz="quarter" idx="12"/>
          </p:nvPr>
        </p:nvSpPr>
        <p:spPr/>
        <p:txBody>
          <a:bodyPr/>
          <a:lstStyle/>
          <a:p>
            <a:fld id="{EBA87A3F-1EEA-4FD3-8D97-9A4D6B219299}" type="slidenum">
              <a:rPr lang="en-US" smtClean="0"/>
              <a:t>16</a:t>
            </a:fld>
            <a:endParaRPr lang="en-US"/>
          </a:p>
        </p:txBody>
      </p:sp>
    </p:spTree>
    <p:extLst>
      <p:ext uri="{BB962C8B-B14F-4D97-AF65-F5344CB8AC3E}">
        <p14:creationId xmlns:p14="http://schemas.microsoft.com/office/powerpoint/2010/main" val="24251636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9ECD33"/>
      </a:accent1>
      <a:accent2>
        <a:srgbClr val="E19933"/>
      </a:accent2>
      <a:accent3>
        <a:srgbClr val="DC5D3D"/>
      </a:accent3>
      <a:accent4>
        <a:srgbClr val="A967CB"/>
      </a:accent4>
      <a:accent5>
        <a:srgbClr val="5EA5DD"/>
      </a:accent5>
      <a:accent6>
        <a:srgbClr val="44BEA9"/>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98D1675B-7325-48AD-994B-0DEF3379A9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Quotable</Template>
  <TotalTime>875</TotalTime>
  <Words>1003</Words>
  <Application>Microsoft Office PowerPoint</Application>
  <PresentationFormat>Widescreen</PresentationFormat>
  <Paragraphs>121</Paragraphs>
  <Slides>16</Slides>
  <Notes>1</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Quotable</vt:lpstr>
      <vt:lpstr>OBJECT ORIENTED PROGRAMMING  (WITH JAVA) Lecture 2 INTRODUCTION TO JAVA</vt:lpstr>
      <vt:lpstr>What is Java?</vt:lpstr>
      <vt:lpstr>Introduction to Java programming language </vt:lpstr>
      <vt:lpstr>Introduction to Java programming language </vt:lpstr>
      <vt:lpstr>Benefit of Java</vt:lpstr>
      <vt:lpstr>Where it is used? </vt:lpstr>
      <vt:lpstr>Where it is used? </vt:lpstr>
      <vt:lpstr>FEATURES OF JAVA</vt:lpstr>
      <vt:lpstr>Features of Java - Simple</vt:lpstr>
      <vt:lpstr>Features of Java - OOP</vt:lpstr>
      <vt:lpstr>Features of Java – Platform Independent</vt:lpstr>
      <vt:lpstr>Features of Java – Platform Independent</vt:lpstr>
      <vt:lpstr>Features of Java – Platform Independent</vt:lpstr>
      <vt:lpstr>Features of Java – Platform Independent</vt:lpstr>
      <vt:lpstr>Assignment</vt:lpstr>
      <vt:lpstr>~Cheers~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 (JAVA) Lecture 1</dc:title>
  <dc:creator>Adam Zubair</dc:creator>
  <cp:lastModifiedBy>Adam Zubair</cp:lastModifiedBy>
  <cp:revision>17</cp:revision>
  <dcterms:created xsi:type="dcterms:W3CDTF">2021-11-05T16:46:12Z</dcterms:created>
  <dcterms:modified xsi:type="dcterms:W3CDTF">2025-10-22T07:40:53Z</dcterms:modified>
</cp:coreProperties>
</file>